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77" r:id="rId5"/>
    <p:sldId id="282" r:id="rId6"/>
    <p:sldId id="285" r:id="rId7"/>
    <p:sldId id="278" r:id="rId8"/>
    <p:sldId id="262" r:id="rId9"/>
    <p:sldId id="260" r:id="rId10"/>
    <p:sldId id="261" r:id="rId11"/>
    <p:sldId id="265" r:id="rId12"/>
    <p:sldId id="279" r:id="rId13"/>
    <p:sldId id="280" r:id="rId14"/>
    <p:sldId id="281" r:id="rId15"/>
    <p:sldId id="283" r:id="rId16"/>
    <p:sldId id="284" r:id="rId17"/>
    <p:sldId id="286"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8EF4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38" y="4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diagrams/_rels/data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4.png"/></Relationships>
</file>

<file path=ppt/diagrams/_rels/data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image" Target="../media/image35.png"/></Relationships>
</file>

<file path=ppt/diagrams/_rels/data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diagrams/_rels/data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image" Target="../media/image42.png"/></Relationships>
</file>

<file path=ppt/diagrams/_rels/data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image" Target="../media/image44.png"/></Relationships>
</file>

<file path=ppt/diagrams/_rels/data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image" Target="../media/image46.png"/></Relationships>
</file>

<file path=ppt/diagrams/_rels/data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 Id="rId4" Type="http://schemas.openxmlformats.org/officeDocument/2006/relationships/image" Target="../media/image51.png"/></Relationships>
</file>

<file path=ppt/diagrams/_rels/data1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 Id="rId5" Type="http://schemas.openxmlformats.org/officeDocument/2006/relationships/image" Target="../media/image58.png"/><Relationship Id="rId4" Type="http://schemas.openxmlformats.org/officeDocument/2006/relationships/image" Target="../media/image57.pn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4.png"/></Relationships>
</file>

<file path=ppt/diagrams/_rels/drawing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image" Target="../media/image35.png"/></Relationships>
</file>

<file path=ppt/diagrams/_rels/drawing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diagrams/_rels/drawing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image" Target="../media/image42.png"/></Relationships>
</file>

<file path=ppt/diagrams/_rels/drawing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image" Target="../media/image44.png"/></Relationships>
</file>

<file path=ppt/diagrams/_rels/drawing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image" Target="../media/image46.png"/></Relationships>
</file>

<file path=ppt/diagrams/_rels/drawing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 Id="rId4" Type="http://schemas.openxmlformats.org/officeDocument/2006/relationships/image" Target="../media/image51.png"/></Relationships>
</file>

<file path=ppt/diagrams/_rels/drawing1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4.png"/><Relationship Id="rId5" Type="http://schemas.openxmlformats.org/officeDocument/2006/relationships/image" Target="../media/image55.png"/><Relationship Id="rId4"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D9B931-77CD-42B6-B53A-5DD5F45962A4}" type="doc">
      <dgm:prSet loTypeId="urn:microsoft.com/office/officeart/2005/8/layout/radial6" loCatId="cycle" qsTypeId="urn:microsoft.com/office/officeart/2005/8/quickstyle/3d3" qsCatId="3D" csTypeId="urn:microsoft.com/office/officeart/2005/8/colors/accent0_3" csCatId="mainScheme" phldr="1"/>
      <dgm:spPr/>
      <dgm:t>
        <a:bodyPr/>
        <a:lstStyle/>
        <a:p>
          <a:endParaRPr lang="en-US"/>
        </a:p>
      </dgm:t>
    </dgm:pt>
    <dgm:pt modelId="{E38AE4A9-750E-4230-AD64-B5E97CF3CF99}">
      <dgm:prSet phldrT="[Text]"/>
      <dgm:spPr/>
      <dgm:t>
        <a:bodyPr/>
        <a:lstStyle/>
        <a:p>
          <a:r>
            <a:rPr lang="en-US" b="1" dirty="0" smtClean="0">
              <a:solidFill>
                <a:schemeClr val="bg1">
                  <a:lumMod val="50000"/>
                </a:schemeClr>
              </a:solidFill>
              <a:latin typeface="Times New Roman" panose="02020603050405020304" pitchFamily="18" charset="0"/>
              <a:cs typeface="Times New Roman" panose="02020603050405020304" pitchFamily="18" charset="0"/>
            </a:rPr>
            <a:t>Agenda</a:t>
          </a:r>
          <a:endParaRPr lang="en-US" b="1" dirty="0">
            <a:solidFill>
              <a:schemeClr val="bg1">
                <a:lumMod val="50000"/>
              </a:schemeClr>
            </a:solidFill>
            <a:latin typeface="Times New Roman" panose="02020603050405020304" pitchFamily="18" charset="0"/>
            <a:cs typeface="Times New Roman" panose="02020603050405020304" pitchFamily="18" charset="0"/>
          </a:endParaRPr>
        </a:p>
      </dgm:t>
    </dgm:pt>
    <dgm:pt modelId="{816C72CD-F665-4DDA-B207-22402DD3D9B6}" type="parTrans" cxnId="{62A87EF2-63AB-40D7-9027-CE80E7532018}">
      <dgm:prSet/>
      <dgm:spPr/>
      <dgm:t>
        <a:bodyPr/>
        <a:lstStyle/>
        <a:p>
          <a:endParaRPr lang="en-US"/>
        </a:p>
      </dgm:t>
    </dgm:pt>
    <dgm:pt modelId="{D898496B-9B7B-4273-B370-0CD2ED786ED3}" type="sibTrans" cxnId="{62A87EF2-63AB-40D7-9027-CE80E7532018}">
      <dgm:prSet/>
      <dgm:spPr/>
      <dgm:t>
        <a:bodyPr/>
        <a:lstStyle/>
        <a:p>
          <a:endParaRPr lang="en-US"/>
        </a:p>
      </dgm:t>
    </dgm:pt>
    <dgm:pt modelId="{790F77B6-EAAB-4D16-A131-624A5487E47C}">
      <dgm:prSet phldrT="[Text]" custT="1"/>
      <dgm:spPr/>
      <dgm:t>
        <a:bodyPr/>
        <a:lstStyle/>
        <a:p>
          <a:r>
            <a:rPr lang="en-US" sz="2800" b="1" dirty="0" smtClean="0">
              <a:solidFill>
                <a:schemeClr val="bg1">
                  <a:lumMod val="50000"/>
                </a:schemeClr>
              </a:solidFill>
              <a:latin typeface="Times New Roman" panose="02020603050405020304" pitchFamily="18" charset="0"/>
              <a:cs typeface="Times New Roman" panose="02020603050405020304" pitchFamily="18" charset="0"/>
            </a:rPr>
            <a:t>Project Overview</a:t>
          </a:r>
          <a:endParaRPr lang="en-US" sz="2800" b="1" dirty="0">
            <a:solidFill>
              <a:schemeClr val="bg1">
                <a:lumMod val="50000"/>
              </a:schemeClr>
            </a:solidFill>
            <a:latin typeface="Times New Roman" panose="02020603050405020304" pitchFamily="18" charset="0"/>
            <a:cs typeface="Times New Roman" panose="02020603050405020304" pitchFamily="18" charset="0"/>
          </a:endParaRPr>
        </a:p>
      </dgm:t>
    </dgm:pt>
    <dgm:pt modelId="{DD733DC0-E48D-4227-AD7C-A8BC19DFA1CC}" type="parTrans" cxnId="{2BE71BB6-6044-4C31-A130-C08394FC0391}">
      <dgm:prSet/>
      <dgm:spPr/>
      <dgm:t>
        <a:bodyPr/>
        <a:lstStyle/>
        <a:p>
          <a:endParaRPr lang="en-US"/>
        </a:p>
      </dgm:t>
    </dgm:pt>
    <dgm:pt modelId="{DF03DCB2-D69C-4A26-B4E9-AA408F31A31A}" type="sibTrans" cxnId="{2BE71BB6-6044-4C31-A130-C08394FC0391}">
      <dgm:prSet/>
      <dgm:spPr/>
      <dgm:t>
        <a:bodyPr/>
        <a:lstStyle/>
        <a:p>
          <a:endParaRPr lang="en-US"/>
        </a:p>
      </dgm:t>
    </dgm:pt>
    <dgm:pt modelId="{ECE11C83-5773-4EE2-BDEF-A9610C99F5A4}">
      <dgm:prSet phldrT="[Text]" custT="1"/>
      <dgm:spPr/>
      <dgm:t>
        <a:bodyPr/>
        <a:lstStyle/>
        <a:p>
          <a:pPr rtl="1"/>
          <a:r>
            <a:rPr lang="en-US" sz="2800" b="1" dirty="0" smtClean="0">
              <a:solidFill>
                <a:schemeClr val="bg1">
                  <a:lumMod val="50000"/>
                </a:schemeClr>
              </a:solidFill>
              <a:latin typeface="Times New Roman" panose="02020603050405020304" pitchFamily="18" charset="0"/>
              <a:cs typeface="Times New Roman" panose="02020603050405020304" pitchFamily="18" charset="0"/>
            </a:rPr>
            <a:t>Scope and Phases</a:t>
          </a:r>
          <a:endParaRPr lang="en-US" sz="2800" b="1" dirty="0">
            <a:solidFill>
              <a:schemeClr val="bg1">
                <a:lumMod val="50000"/>
              </a:schemeClr>
            </a:solidFill>
            <a:latin typeface="Times New Roman" panose="02020603050405020304" pitchFamily="18" charset="0"/>
            <a:cs typeface="Times New Roman" panose="02020603050405020304" pitchFamily="18" charset="0"/>
          </a:endParaRPr>
        </a:p>
      </dgm:t>
    </dgm:pt>
    <dgm:pt modelId="{0FD74CA8-42E3-42AD-B09A-76CA6A7A087C}" type="parTrans" cxnId="{99D43DB1-B0FA-4ED1-B12A-E8437B0BADB3}">
      <dgm:prSet/>
      <dgm:spPr/>
      <dgm:t>
        <a:bodyPr/>
        <a:lstStyle/>
        <a:p>
          <a:endParaRPr lang="en-US"/>
        </a:p>
      </dgm:t>
    </dgm:pt>
    <dgm:pt modelId="{B654C927-9B99-4858-9D51-37D04873AD38}" type="sibTrans" cxnId="{99D43DB1-B0FA-4ED1-B12A-E8437B0BADB3}">
      <dgm:prSet/>
      <dgm:spPr/>
      <dgm:t>
        <a:bodyPr/>
        <a:lstStyle/>
        <a:p>
          <a:endParaRPr lang="en-US"/>
        </a:p>
      </dgm:t>
    </dgm:pt>
    <dgm:pt modelId="{74AF0D9A-E1BF-4CB6-BE39-5E3E7CBD9B68}">
      <dgm:prSet phldrT="[Text]" custT="1"/>
      <dgm:spPr/>
      <dgm:t>
        <a:bodyPr/>
        <a:lstStyle/>
        <a:p>
          <a:r>
            <a:rPr lang="en-US" sz="2800" b="1" dirty="0" smtClean="0">
              <a:solidFill>
                <a:schemeClr val="bg1">
                  <a:lumMod val="50000"/>
                </a:schemeClr>
              </a:solidFill>
              <a:latin typeface="Times New Roman" panose="02020603050405020304" pitchFamily="18" charset="0"/>
              <a:cs typeface="Times New Roman" panose="02020603050405020304" pitchFamily="18" charset="0"/>
            </a:rPr>
            <a:t>Completed Work</a:t>
          </a:r>
        </a:p>
      </dgm:t>
    </dgm:pt>
    <dgm:pt modelId="{40E9BF12-4113-4678-96CE-A6A2BFB033A0}" type="parTrans" cxnId="{2201ACA2-C13E-4D97-A190-2C0F1FFDAEFF}">
      <dgm:prSet/>
      <dgm:spPr/>
      <dgm:t>
        <a:bodyPr/>
        <a:lstStyle/>
        <a:p>
          <a:endParaRPr lang="en-US"/>
        </a:p>
      </dgm:t>
    </dgm:pt>
    <dgm:pt modelId="{5ABA2622-0090-4B35-8FB7-4870ABEFFEFE}" type="sibTrans" cxnId="{2201ACA2-C13E-4D97-A190-2C0F1FFDAEFF}">
      <dgm:prSet/>
      <dgm:spPr/>
      <dgm:t>
        <a:bodyPr/>
        <a:lstStyle/>
        <a:p>
          <a:endParaRPr lang="en-US"/>
        </a:p>
      </dgm:t>
    </dgm:pt>
    <dgm:pt modelId="{2F26E97F-99E6-45F2-BC51-B5663A9F21CD}">
      <dgm:prSet phldrT="[Text]" custT="1"/>
      <dgm:spPr/>
      <dgm:t>
        <a:bodyPr/>
        <a:lstStyle/>
        <a:p>
          <a:r>
            <a:rPr lang="en-US" sz="2800" b="1" dirty="0" smtClean="0">
              <a:solidFill>
                <a:schemeClr val="bg1">
                  <a:lumMod val="50000"/>
                </a:schemeClr>
              </a:solidFill>
              <a:latin typeface="Times New Roman" panose="02020603050405020304" pitchFamily="18" charset="0"/>
              <a:cs typeface="Times New Roman" panose="02020603050405020304" pitchFamily="18" charset="0"/>
            </a:rPr>
            <a:t>Next Steps</a:t>
          </a:r>
          <a:endParaRPr lang="en-US" sz="2800" b="1" dirty="0">
            <a:solidFill>
              <a:schemeClr val="bg1">
                <a:lumMod val="50000"/>
              </a:schemeClr>
            </a:solidFill>
            <a:latin typeface="Times New Roman" panose="02020603050405020304" pitchFamily="18" charset="0"/>
            <a:cs typeface="Times New Roman" panose="02020603050405020304" pitchFamily="18" charset="0"/>
          </a:endParaRPr>
        </a:p>
      </dgm:t>
    </dgm:pt>
    <dgm:pt modelId="{48994805-2F2C-4C79-81D3-1776AB4BD47E}" type="parTrans" cxnId="{4C7F1F74-0FE6-4441-96E3-258007DD4B74}">
      <dgm:prSet/>
      <dgm:spPr/>
      <dgm:t>
        <a:bodyPr/>
        <a:lstStyle/>
        <a:p>
          <a:endParaRPr lang="en-US"/>
        </a:p>
      </dgm:t>
    </dgm:pt>
    <dgm:pt modelId="{B0EC1F30-A0C8-46E0-9553-DA9803411CE5}" type="sibTrans" cxnId="{4C7F1F74-0FE6-4441-96E3-258007DD4B74}">
      <dgm:prSet/>
      <dgm:spPr/>
      <dgm:t>
        <a:bodyPr/>
        <a:lstStyle/>
        <a:p>
          <a:endParaRPr lang="en-US"/>
        </a:p>
      </dgm:t>
    </dgm:pt>
    <dgm:pt modelId="{DDCBA519-6415-48B2-A86E-953CFB619BE0}">
      <dgm:prSet phldrT="[Text]" custT="1"/>
      <dgm:spPr/>
      <dgm:t>
        <a:bodyPr/>
        <a:lstStyle/>
        <a:p>
          <a:endParaRPr lang="en-US" sz="3600" b="1" dirty="0">
            <a:solidFill>
              <a:schemeClr val="bg1">
                <a:lumMod val="50000"/>
              </a:schemeClr>
            </a:solidFill>
            <a:latin typeface="Times New Roman" panose="02020603050405020304" pitchFamily="18" charset="0"/>
            <a:cs typeface="Times New Roman" panose="02020603050405020304" pitchFamily="18" charset="0"/>
          </a:endParaRPr>
        </a:p>
      </dgm:t>
    </dgm:pt>
    <dgm:pt modelId="{F632AA72-DAD3-463E-8702-F5E08B1FE7D2}" type="parTrans" cxnId="{6541843B-CE1A-4C3D-A00B-E52DC67079F5}">
      <dgm:prSet/>
      <dgm:spPr/>
      <dgm:t>
        <a:bodyPr/>
        <a:lstStyle/>
        <a:p>
          <a:endParaRPr lang="en-US"/>
        </a:p>
      </dgm:t>
    </dgm:pt>
    <dgm:pt modelId="{826434C3-25EB-4756-B08A-ACA12C446CF8}" type="sibTrans" cxnId="{6541843B-CE1A-4C3D-A00B-E52DC67079F5}">
      <dgm:prSet/>
      <dgm:spPr/>
      <dgm:t>
        <a:bodyPr/>
        <a:lstStyle/>
        <a:p>
          <a:endParaRPr lang="en-US"/>
        </a:p>
      </dgm:t>
    </dgm:pt>
    <dgm:pt modelId="{7CD78FC8-9E33-436E-AA81-6CD7BD60F11E}">
      <dgm:prSet phldrT="[Text]" custT="1"/>
      <dgm:spPr/>
      <dgm:t>
        <a:bodyPr/>
        <a:lstStyle/>
        <a:p>
          <a:r>
            <a:rPr lang="en-US" sz="2800" b="1" dirty="0" smtClean="0">
              <a:solidFill>
                <a:schemeClr val="bg1">
                  <a:lumMod val="50000"/>
                </a:schemeClr>
              </a:solidFill>
              <a:latin typeface="Times New Roman" panose="02020603050405020304" pitchFamily="18" charset="0"/>
              <a:cs typeface="Times New Roman" panose="02020603050405020304" pitchFamily="18" charset="0"/>
            </a:rPr>
            <a:t>Specs</a:t>
          </a:r>
          <a:endParaRPr lang="en-US" sz="2800" b="1" dirty="0">
            <a:solidFill>
              <a:schemeClr val="bg1">
                <a:lumMod val="50000"/>
              </a:schemeClr>
            </a:solidFill>
            <a:latin typeface="Times New Roman" panose="02020603050405020304" pitchFamily="18" charset="0"/>
            <a:cs typeface="Times New Roman" panose="02020603050405020304" pitchFamily="18" charset="0"/>
          </a:endParaRPr>
        </a:p>
      </dgm:t>
    </dgm:pt>
    <dgm:pt modelId="{7B0AAA89-B458-49A1-AFA6-85D153AEC5D9}" type="parTrans" cxnId="{989CF314-81FD-4157-8784-17505B3A2A30}">
      <dgm:prSet/>
      <dgm:spPr/>
      <dgm:t>
        <a:bodyPr/>
        <a:lstStyle/>
        <a:p>
          <a:endParaRPr lang="en-US"/>
        </a:p>
      </dgm:t>
    </dgm:pt>
    <dgm:pt modelId="{F951E372-314E-46BF-BD07-825EBC0BB9C9}" type="sibTrans" cxnId="{989CF314-81FD-4157-8784-17505B3A2A30}">
      <dgm:prSet/>
      <dgm:spPr/>
      <dgm:t>
        <a:bodyPr/>
        <a:lstStyle/>
        <a:p>
          <a:endParaRPr lang="en-US"/>
        </a:p>
      </dgm:t>
    </dgm:pt>
    <dgm:pt modelId="{0CECD5BD-85A3-429F-9AA0-A3638519CCB1}">
      <dgm:prSet phldrT="[Text]" custT="1"/>
      <dgm:spPr/>
      <dgm:t>
        <a:bodyPr/>
        <a:lstStyle/>
        <a:p>
          <a:r>
            <a:rPr lang="en-US" sz="2800" b="1" dirty="0" smtClean="0">
              <a:solidFill>
                <a:schemeClr val="bg1">
                  <a:lumMod val="50000"/>
                </a:schemeClr>
              </a:solidFill>
              <a:latin typeface="Times New Roman" panose="02020603050405020304" pitchFamily="18" charset="0"/>
              <a:cs typeface="Times New Roman" panose="02020603050405020304" pitchFamily="18" charset="0"/>
            </a:rPr>
            <a:t>Introduction</a:t>
          </a:r>
          <a:endParaRPr lang="en-US" sz="2800" b="1" dirty="0">
            <a:solidFill>
              <a:schemeClr val="bg1">
                <a:lumMod val="50000"/>
              </a:schemeClr>
            </a:solidFill>
            <a:latin typeface="Times New Roman" panose="02020603050405020304" pitchFamily="18" charset="0"/>
            <a:cs typeface="Times New Roman" panose="02020603050405020304" pitchFamily="18" charset="0"/>
          </a:endParaRPr>
        </a:p>
      </dgm:t>
    </dgm:pt>
    <dgm:pt modelId="{961A7ED7-C608-44F4-9D51-89B896CA9CF6}" type="parTrans" cxnId="{1E477A2A-9460-41BD-B519-EC06DF83C9E1}">
      <dgm:prSet/>
      <dgm:spPr/>
      <dgm:t>
        <a:bodyPr/>
        <a:lstStyle/>
        <a:p>
          <a:endParaRPr lang="en-US"/>
        </a:p>
      </dgm:t>
    </dgm:pt>
    <dgm:pt modelId="{CE036C9C-8800-4357-ABC9-45C4B9F86F19}" type="sibTrans" cxnId="{1E477A2A-9460-41BD-B519-EC06DF83C9E1}">
      <dgm:prSet/>
      <dgm:spPr/>
      <dgm:t>
        <a:bodyPr/>
        <a:lstStyle/>
        <a:p>
          <a:endParaRPr lang="en-US"/>
        </a:p>
      </dgm:t>
    </dgm:pt>
    <dgm:pt modelId="{5C59C0A2-328A-40B6-BAE6-E668B96E4F03}" type="pres">
      <dgm:prSet presAssocID="{FCD9B931-77CD-42B6-B53A-5DD5F45962A4}" presName="Name0" presStyleCnt="0">
        <dgm:presLayoutVars>
          <dgm:chMax val="1"/>
          <dgm:dir/>
          <dgm:animLvl val="ctr"/>
          <dgm:resizeHandles val="exact"/>
        </dgm:presLayoutVars>
      </dgm:prSet>
      <dgm:spPr/>
      <dgm:t>
        <a:bodyPr/>
        <a:lstStyle/>
        <a:p>
          <a:endParaRPr lang="en-US"/>
        </a:p>
      </dgm:t>
    </dgm:pt>
    <dgm:pt modelId="{C8777B4F-4211-4D85-A4CB-057FB8CBBCE0}" type="pres">
      <dgm:prSet presAssocID="{E38AE4A9-750E-4230-AD64-B5E97CF3CF99}" presName="centerShape" presStyleLbl="node0" presStyleIdx="0" presStyleCnt="1" custScaleX="133569" custScaleY="110152"/>
      <dgm:spPr/>
      <dgm:t>
        <a:bodyPr/>
        <a:lstStyle/>
        <a:p>
          <a:endParaRPr lang="en-US"/>
        </a:p>
      </dgm:t>
    </dgm:pt>
    <dgm:pt modelId="{D9561934-B119-4709-9AE0-D426850FD322}" type="pres">
      <dgm:prSet presAssocID="{0CECD5BD-85A3-429F-9AA0-A3638519CCB1}" presName="node" presStyleLbl="node1" presStyleIdx="0" presStyleCnt="6" custScaleX="186939" custScaleY="89022">
        <dgm:presLayoutVars>
          <dgm:bulletEnabled val="1"/>
        </dgm:presLayoutVars>
      </dgm:prSet>
      <dgm:spPr/>
      <dgm:t>
        <a:bodyPr/>
        <a:lstStyle/>
        <a:p>
          <a:endParaRPr lang="en-US"/>
        </a:p>
      </dgm:t>
    </dgm:pt>
    <dgm:pt modelId="{8FBD38C9-37BF-46F8-BF3D-1AA4EC85D74C}" type="pres">
      <dgm:prSet presAssocID="{0CECD5BD-85A3-429F-9AA0-A3638519CCB1}" presName="dummy" presStyleCnt="0"/>
      <dgm:spPr/>
    </dgm:pt>
    <dgm:pt modelId="{36FE207B-4727-4228-A725-6DB85A63B182}" type="pres">
      <dgm:prSet presAssocID="{CE036C9C-8800-4357-ABC9-45C4B9F86F19}" presName="sibTrans" presStyleLbl="sibTrans2D1" presStyleIdx="0" presStyleCnt="6"/>
      <dgm:spPr/>
      <dgm:t>
        <a:bodyPr/>
        <a:lstStyle/>
        <a:p>
          <a:endParaRPr lang="en-US"/>
        </a:p>
      </dgm:t>
    </dgm:pt>
    <dgm:pt modelId="{7A7B529C-62BE-4AF0-91A8-C495CC00F7A1}" type="pres">
      <dgm:prSet presAssocID="{790F77B6-EAAB-4D16-A131-624A5487E47C}" presName="node" presStyleLbl="node1" presStyleIdx="1" presStyleCnt="6" custScaleX="151944" custRadScaleRad="112426" custRadScaleInc="6465">
        <dgm:presLayoutVars>
          <dgm:bulletEnabled val="1"/>
        </dgm:presLayoutVars>
      </dgm:prSet>
      <dgm:spPr/>
      <dgm:t>
        <a:bodyPr/>
        <a:lstStyle/>
        <a:p>
          <a:endParaRPr lang="en-US"/>
        </a:p>
      </dgm:t>
    </dgm:pt>
    <dgm:pt modelId="{2CB94398-55C9-48FA-98F4-7BA41FC14B06}" type="pres">
      <dgm:prSet presAssocID="{790F77B6-EAAB-4D16-A131-624A5487E47C}" presName="dummy" presStyleCnt="0"/>
      <dgm:spPr/>
    </dgm:pt>
    <dgm:pt modelId="{0B50D935-120A-4A59-BAEB-71864130797D}" type="pres">
      <dgm:prSet presAssocID="{DF03DCB2-D69C-4A26-B4E9-AA408F31A31A}" presName="sibTrans" presStyleLbl="sibTrans2D1" presStyleIdx="1" presStyleCnt="6"/>
      <dgm:spPr/>
      <dgm:t>
        <a:bodyPr/>
        <a:lstStyle/>
        <a:p>
          <a:endParaRPr lang="en-US"/>
        </a:p>
      </dgm:t>
    </dgm:pt>
    <dgm:pt modelId="{B4C6047F-4976-4FCF-BDD8-6C23CED48D3F}" type="pres">
      <dgm:prSet presAssocID="{ECE11C83-5773-4EE2-BDEF-A9610C99F5A4}" presName="node" presStyleLbl="node1" presStyleIdx="2" presStyleCnt="6" custScaleX="140310" custRadScaleRad="114470" custRadScaleInc="-9081">
        <dgm:presLayoutVars>
          <dgm:bulletEnabled val="1"/>
        </dgm:presLayoutVars>
      </dgm:prSet>
      <dgm:spPr/>
      <dgm:t>
        <a:bodyPr/>
        <a:lstStyle/>
        <a:p>
          <a:endParaRPr lang="en-US"/>
        </a:p>
      </dgm:t>
    </dgm:pt>
    <dgm:pt modelId="{3E08D130-746A-4132-B698-64172D714186}" type="pres">
      <dgm:prSet presAssocID="{ECE11C83-5773-4EE2-BDEF-A9610C99F5A4}" presName="dummy" presStyleCnt="0"/>
      <dgm:spPr/>
    </dgm:pt>
    <dgm:pt modelId="{16A0E6D5-2226-4D75-8767-1862C9E83319}" type="pres">
      <dgm:prSet presAssocID="{B654C927-9B99-4858-9D51-37D04873AD38}" presName="sibTrans" presStyleLbl="sibTrans2D1" presStyleIdx="2" presStyleCnt="6"/>
      <dgm:spPr/>
      <dgm:t>
        <a:bodyPr/>
        <a:lstStyle/>
        <a:p>
          <a:endParaRPr lang="en-US"/>
        </a:p>
      </dgm:t>
    </dgm:pt>
    <dgm:pt modelId="{91EB93DD-077D-40CB-82F7-8F91ECAF3B80}" type="pres">
      <dgm:prSet presAssocID="{7CD78FC8-9E33-436E-AA81-6CD7BD60F11E}" presName="node" presStyleLbl="node1" presStyleIdx="3" presStyleCnt="6" custScaleX="164449" custRadScaleRad="105005" custRadScaleInc="-29775">
        <dgm:presLayoutVars>
          <dgm:bulletEnabled val="1"/>
        </dgm:presLayoutVars>
      </dgm:prSet>
      <dgm:spPr/>
      <dgm:t>
        <a:bodyPr/>
        <a:lstStyle/>
        <a:p>
          <a:endParaRPr lang="en-US"/>
        </a:p>
      </dgm:t>
    </dgm:pt>
    <dgm:pt modelId="{D9DD1E20-1B82-4AFF-90BB-D1522C2CE14C}" type="pres">
      <dgm:prSet presAssocID="{7CD78FC8-9E33-436E-AA81-6CD7BD60F11E}" presName="dummy" presStyleCnt="0"/>
      <dgm:spPr/>
    </dgm:pt>
    <dgm:pt modelId="{E178C1D2-0164-47CE-92B0-2CAD71D674C4}" type="pres">
      <dgm:prSet presAssocID="{F951E372-314E-46BF-BD07-825EBC0BB9C9}" presName="sibTrans" presStyleLbl="sibTrans2D1" presStyleIdx="3" presStyleCnt="6"/>
      <dgm:spPr/>
      <dgm:t>
        <a:bodyPr/>
        <a:lstStyle/>
        <a:p>
          <a:endParaRPr lang="en-US"/>
        </a:p>
      </dgm:t>
    </dgm:pt>
    <dgm:pt modelId="{E887F94A-28C2-40E3-A363-3C7AB490F72A}" type="pres">
      <dgm:prSet presAssocID="{74AF0D9A-E1BF-4CB6-BE39-5E3E7CBD9B68}" presName="node" presStyleLbl="node1" presStyleIdx="4" presStyleCnt="6" custScaleX="170823" custRadScaleRad="123661" custRadScaleInc="44867">
        <dgm:presLayoutVars>
          <dgm:bulletEnabled val="1"/>
        </dgm:presLayoutVars>
      </dgm:prSet>
      <dgm:spPr/>
      <dgm:t>
        <a:bodyPr/>
        <a:lstStyle/>
        <a:p>
          <a:endParaRPr lang="en-US"/>
        </a:p>
      </dgm:t>
    </dgm:pt>
    <dgm:pt modelId="{47A91E71-3F14-4D09-98B0-62196D161DBD}" type="pres">
      <dgm:prSet presAssocID="{74AF0D9A-E1BF-4CB6-BE39-5E3E7CBD9B68}" presName="dummy" presStyleCnt="0"/>
      <dgm:spPr/>
    </dgm:pt>
    <dgm:pt modelId="{DB9D47B1-C1B1-4731-B6CA-B0B09C6587B0}" type="pres">
      <dgm:prSet presAssocID="{5ABA2622-0090-4B35-8FB7-4870ABEFFEFE}" presName="sibTrans" presStyleLbl="sibTrans2D1" presStyleIdx="4" presStyleCnt="6" custLinFactNeighborX="-1276" custLinFactNeighborY="-638"/>
      <dgm:spPr/>
      <dgm:t>
        <a:bodyPr/>
        <a:lstStyle/>
        <a:p>
          <a:endParaRPr lang="en-US"/>
        </a:p>
      </dgm:t>
    </dgm:pt>
    <dgm:pt modelId="{2AE90180-F7A2-4930-9A38-EE81C925F8D4}" type="pres">
      <dgm:prSet presAssocID="{2F26E97F-99E6-45F2-BC51-B5663A9F21CD}" presName="node" presStyleLbl="node1" presStyleIdx="5" presStyleCnt="6" custScaleX="137503" custRadScaleRad="121176" custRadScaleInc="-1592">
        <dgm:presLayoutVars>
          <dgm:bulletEnabled val="1"/>
        </dgm:presLayoutVars>
      </dgm:prSet>
      <dgm:spPr/>
      <dgm:t>
        <a:bodyPr/>
        <a:lstStyle/>
        <a:p>
          <a:endParaRPr lang="en-US"/>
        </a:p>
      </dgm:t>
    </dgm:pt>
    <dgm:pt modelId="{25AF1B68-8E51-4E53-99DF-E29D1AAE9D6B}" type="pres">
      <dgm:prSet presAssocID="{2F26E97F-99E6-45F2-BC51-B5663A9F21CD}" presName="dummy" presStyleCnt="0"/>
      <dgm:spPr/>
    </dgm:pt>
    <dgm:pt modelId="{09177368-8739-43C4-A5F5-9043F0A317EB}" type="pres">
      <dgm:prSet presAssocID="{B0EC1F30-A0C8-46E0-9553-DA9803411CE5}" presName="sibTrans" presStyleLbl="sibTrans2D1" presStyleIdx="5" presStyleCnt="6"/>
      <dgm:spPr/>
      <dgm:t>
        <a:bodyPr/>
        <a:lstStyle/>
        <a:p>
          <a:endParaRPr lang="en-US"/>
        </a:p>
      </dgm:t>
    </dgm:pt>
  </dgm:ptLst>
  <dgm:cxnLst>
    <dgm:cxn modelId="{1E477A2A-9460-41BD-B519-EC06DF83C9E1}" srcId="{E38AE4A9-750E-4230-AD64-B5E97CF3CF99}" destId="{0CECD5BD-85A3-429F-9AA0-A3638519CCB1}" srcOrd="0" destOrd="0" parTransId="{961A7ED7-C608-44F4-9D51-89B896CA9CF6}" sibTransId="{CE036C9C-8800-4357-ABC9-45C4B9F86F19}"/>
    <dgm:cxn modelId="{B84EB53B-FAD9-4599-89BC-9C04019EBB53}" type="presOf" srcId="{5ABA2622-0090-4B35-8FB7-4870ABEFFEFE}" destId="{DB9D47B1-C1B1-4731-B6CA-B0B09C6587B0}" srcOrd="0" destOrd="0" presId="urn:microsoft.com/office/officeart/2005/8/layout/radial6"/>
    <dgm:cxn modelId="{04239B84-EEC3-442E-BDED-674B2728FD15}" type="presOf" srcId="{FCD9B931-77CD-42B6-B53A-5DD5F45962A4}" destId="{5C59C0A2-328A-40B6-BAE6-E668B96E4F03}" srcOrd="0" destOrd="0" presId="urn:microsoft.com/office/officeart/2005/8/layout/radial6"/>
    <dgm:cxn modelId="{4AC98ED7-CBF4-4DC6-8CAF-D93EB39541C7}" type="presOf" srcId="{2F26E97F-99E6-45F2-BC51-B5663A9F21CD}" destId="{2AE90180-F7A2-4930-9A38-EE81C925F8D4}" srcOrd="0" destOrd="0" presId="urn:microsoft.com/office/officeart/2005/8/layout/radial6"/>
    <dgm:cxn modelId="{665B2590-5FAE-4AD3-A2CF-EDAFFF7A989D}" type="presOf" srcId="{74AF0D9A-E1BF-4CB6-BE39-5E3E7CBD9B68}" destId="{E887F94A-28C2-40E3-A363-3C7AB490F72A}" srcOrd="0" destOrd="0" presId="urn:microsoft.com/office/officeart/2005/8/layout/radial6"/>
    <dgm:cxn modelId="{CF14CB9A-001B-4571-961C-5232E0056906}" type="presOf" srcId="{7CD78FC8-9E33-436E-AA81-6CD7BD60F11E}" destId="{91EB93DD-077D-40CB-82F7-8F91ECAF3B80}" srcOrd="0" destOrd="0" presId="urn:microsoft.com/office/officeart/2005/8/layout/radial6"/>
    <dgm:cxn modelId="{803353FB-9594-4ABA-AC54-3465FC038BD6}" type="presOf" srcId="{0CECD5BD-85A3-429F-9AA0-A3638519CCB1}" destId="{D9561934-B119-4709-9AE0-D426850FD322}" srcOrd="0" destOrd="0" presId="urn:microsoft.com/office/officeart/2005/8/layout/radial6"/>
    <dgm:cxn modelId="{99D43DB1-B0FA-4ED1-B12A-E8437B0BADB3}" srcId="{E38AE4A9-750E-4230-AD64-B5E97CF3CF99}" destId="{ECE11C83-5773-4EE2-BDEF-A9610C99F5A4}" srcOrd="2" destOrd="0" parTransId="{0FD74CA8-42E3-42AD-B09A-76CA6A7A087C}" sibTransId="{B654C927-9B99-4858-9D51-37D04873AD38}"/>
    <dgm:cxn modelId="{772339EF-0A02-4405-8157-74B1ECEA720C}" type="presOf" srcId="{ECE11C83-5773-4EE2-BDEF-A9610C99F5A4}" destId="{B4C6047F-4976-4FCF-BDD8-6C23CED48D3F}" srcOrd="0" destOrd="0" presId="urn:microsoft.com/office/officeart/2005/8/layout/radial6"/>
    <dgm:cxn modelId="{58DAD401-573B-4AE1-AD06-A86536210D2C}" type="presOf" srcId="{790F77B6-EAAB-4D16-A131-624A5487E47C}" destId="{7A7B529C-62BE-4AF0-91A8-C495CC00F7A1}" srcOrd="0" destOrd="0" presId="urn:microsoft.com/office/officeart/2005/8/layout/radial6"/>
    <dgm:cxn modelId="{989CF314-81FD-4157-8784-17505B3A2A30}" srcId="{E38AE4A9-750E-4230-AD64-B5E97CF3CF99}" destId="{7CD78FC8-9E33-436E-AA81-6CD7BD60F11E}" srcOrd="3" destOrd="0" parTransId="{7B0AAA89-B458-49A1-AFA6-85D153AEC5D9}" sibTransId="{F951E372-314E-46BF-BD07-825EBC0BB9C9}"/>
    <dgm:cxn modelId="{6541843B-CE1A-4C3D-A00B-E52DC67079F5}" srcId="{FCD9B931-77CD-42B6-B53A-5DD5F45962A4}" destId="{DDCBA519-6415-48B2-A86E-953CFB619BE0}" srcOrd="1" destOrd="0" parTransId="{F632AA72-DAD3-463E-8702-F5E08B1FE7D2}" sibTransId="{826434C3-25EB-4756-B08A-ACA12C446CF8}"/>
    <dgm:cxn modelId="{1AC0CBF3-64D2-474C-88AF-62A502E3B42F}" type="presOf" srcId="{CE036C9C-8800-4357-ABC9-45C4B9F86F19}" destId="{36FE207B-4727-4228-A725-6DB85A63B182}" srcOrd="0" destOrd="0" presId="urn:microsoft.com/office/officeart/2005/8/layout/radial6"/>
    <dgm:cxn modelId="{62A87EF2-63AB-40D7-9027-CE80E7532018}" srcId="{FCD9B931-77CD-42B6-B53A-5DD5F45962A4}" destId="{E38AE4A9-750E-4230-AD64-B5E97CF3CF99}" srcOrd="0" destOrd="0" parTransId="{816C72CD-F665-4DDA-B207-22402DD3D9B6}" sibTransId="{D898496B-9B7B-4273-B370-0CD2ED786ED3}"/>
    <dgm:cxn modelId="{2BE71BB6-6044-4C31-A130-C08394FC0391}" srcId="{E38AE4A9-750E-4230-AD64-B5E97CF3CF99}" destId="{790F77B6-EAAB-4D16-A131-624A5487E47C}" srcOrd="1" destOrd="0" parTransId="{DD733DC0-E48D-4227-AD7C-A8BC19DFA1CC}" sibTransId="{DF03DCB2-D69C-4A26-B4E9-AA408F31A31A}"/>
    <dgm:cxn modelId="{4C7F1F74-0FE6-4441-96E3-258007DD4B74}" srcId="{E38AE4A9-750E-4230-AD64-B5E97CF3CF99}" destId="{2F26E97F-99E6-45F2-BC51-B5663A9F21CD}" srcOrd="5" destOrd="0" parTransId="{48994805-2F2C-4C79-81D3-1776AB4BD47E}" sibTransId="{B0EC1F30-A0C8-46E0-9553-DA9803411CE5}"/>
    <dgm:cxn modelId="{585B9803-80EC-414D-AD31-A25337D90003}" type="presOf" srcId="{E38AE4A9-750E-4230-AD64-B5E97CF3CF99}" destId="{C8777B4F-4211-4D85-A4CB-057FB8CBBCE0}" srcOrd="0" destOrd="0" presId="urn:microsoft.com/office/officeart/2005/8/layout/radial6"/>
    <dgm:cxn modelId="{687C117D-003D-44F1-9572-4CCDE98F638E}" type="presOf" srcId="{B0EC1F30-A0C8-46E0-9553-DA9803411CE5}" destId="{09177368-8739-43C4-A5F5-9043F0A317EB}" srcOrd="0" destOrd="0" presId="urn:microsoft.com/office/officeart/2005/8/layout/radial6"/>
    <dgm:cxn modelId="{A1104223-0D85-4E13-884A-F607C1E3C685}" type="presOf" srcId="{DF03DCB2-D69C-4A26-B4E9-AA408F31A31A}" destId="{0B50D935-120A-4A59-BAEB-71864130797D}" srcOrd="0" destOrd="0" presId="urn:microsoft.com/office/officeart/2005/8/layout/radial6"/>
    <dgm:cxn modelId="{2201ACA2-C13E-4D97-A190-2C0F1FFDAEFF}" srcId="{E38AE4A9-750E-4230-AD64-B5E97CF3CF99}" destId="{74AF0D9A-E1BF-4CB6-BE39-5E3E7CBD9B68}" srcOrd="4" destOrd="0" parTransId="{40E9BF12-4113-4678-96CE-A6A2BFB033A0}" sibTransId="{5ABA2622-0090-4B35-8FB7-4870ABEFFEFE}"/>
    <dgm:cxn modelId="{729C7C77-AF74-4DBE-81C2-D17180805F79}" type="presOf" srcId="{F951E372-314E-46BF-BD07-825EBC0BB9C9}" destId="{E178C1D2-0164-47CE-92B0-2CAD71D674C4}" srcOrd="0" destOrd="0" presId="urn:microsoft.com/office/officeart/2005/8/layout/radial6"/>
    <dgm:cxn modelId="{53D12C54-3619-434A-8D0E-7F0F7D6FE448}" type="presOf" srcId="{B654C927-9B99-4858-9D51-37D04873AD38}" destId="{16A0E6D5-2226-4D75-8767-1862C9E83319}" srcOrd="0" destOrd="0" presId="urn:microsoft.com/office/officeart/2005/8/layout/radial6"/>
    <dgm:cxn modelId="{A32016DA-8EE5-4311-97BE-C7CE8C9EC6D1}" type="presParOf" srcId="{5C59C0A2-328A-40B6-BAE6-E668B96E4F03}" destId="{C8777B4F-4211-4D85-A4CB-057FB8CBBCE0}" srcOrd="0" destOrd="0" presId="urn:microsoft.com/office/officeart/2005/8/layout/radial6"/>
    <dgm:cxn modelId="{FD3150A4-4BA5-45EC-97F7-28C36D41CF25}" type="presParOf" srcId="{5C59C0A2-328A-40B6-BAE6-E668B96E4F03}" destId="{D9561934-B119-4709-9AE0-D426850FD322}" srcOrd="1" destOrd="0" presId="urn:microsoft.com/office/officeart/2005/8/layout/radial6"/>
    <dgm:cxn modelId="{3F35279C-D6E6-4D30-9028-A259D5ED35DD}" type="presParOf" srcId="{5C59C0A2-328A-40B6-BAE6-E668B96E4F03}" destId="{8FBD38C9-37BF-46F8-BF3D-1AA4EC85D74C}" srcOrd="2" destOrd="0" presId="urn:microsoft.com/office/officeart/2005/8/layout/radial6"/>
    <dgm:cxn modelId="{C94BEC43-A1C4-4FDF-B6C7-BC2D7E563AB8}" type="presParOf" srcId="{5C59C0A2-328A-40B6-BAE6-E668B96E4F03}" destId="{36FE207B-4727-4228-A725-6DB85A63B182}" srcOrd="3" destOrd="0" presId="urn:microsoft.com/office/officeart/2005/8/layout/radial6"/>
    <dgm:cxn modelId="{67E64139-586B-4AC3-9677-0806CC9ABF8D}" type="presParOf" srcId="{5C59C0A2-328A-40B6-BAE6-E668B96E4F03}" destId="{7A7B529C-62BE-4AF0-91A8-C495CC00F7A1}" srcOrd="4" destOrd="0" presId="urn:microsoft.com/office/officeart/2005/8/layout/radial6"/>
    <dgm:cxn modelId="{55D21811-16AC-415C-823F-C2C2B6270B9A}" type="presParOf" srcId="{5C59C0A2-328A-40B6-BAE6-E668B96E4F03}" destId="{2CB94398-55C9-48FA-98F4-7BA41FC14B06}" srcOrd="5" destOrd="0" presId="urn:microsoft.com/office/officeart/2005/8/layout/radial6"/>
    <dgm:cxn modelId="{865FC291-069F-4B5D-A7D0-7134585DBF9B}" type="presParOf" srcId="{5C59C0A2-328A-40B6-BAE6-E668B96E4F03}" destId="{0B50D935-120A-4A59-BAEB-71864130797D}" srcOrd="6" destOrd="0" presId="urn:microsoft.com/office/officeart/2005/8/layout/radial6"/>
    <dgm:cxn modelId="{81B635AE-2317-471E-8710-246B87CB1924}" type="presParOf" srcId="{5C59C0A2-328A-40B6-BAE6-E668B96E4F03}" destId="{B4C6047F-4976-4FCF-BDD8-6C23CED48D3F}" srcOrd="7" destOrd="0" presId="urn:microsoft.com/office/officeart/2005/8/layout/radial6"/>
    <dgm:cxn modelId="{A521CEDE-B588-4605-A3E8-1A14C8CCCBC1}" type="presParOf" srcId="{5C59C0A2-328A-40B6-BAE6-E668B96E4F03}" destId="{3E08D130-746A-4132-B698-64172D714186}" srcOrd="8" destOrd="0" presId="urn:microsoft.com/office/officeart/2005/8/layout/radial6"/>
    <dgm:cxn modelId="{53A5C956-8B95-4C0A-8E7D-DEE16A556EA3}" type="presParOf" srcId="{5C59C0A2-328A-40B6-BAE6-E668B96E4F03}" destId="{16A0E6D5-2226-4D75-8767-1862C9E83319}" srcOrd="9" destOrd="0" presId="urn:microsoft.com/office/officeart/2005/8/layout/radial6"/>
    <dgm:cxn modelId="{B8FDB2DB-379D-4158-8A1D-772AFB24C253}" type="presParOf" srcId="{5C59C0A2-328A-40B6-BAE6-E668B96E4F03}" destId="{91EB93DD-077D-40CB-82F7-8F91ECAF3B80}" srcOrd="10" destOrd="0" presId="urn:microsoft.com/office/officeart/2005/8/layout/radial6"/>
    <dgm:cxn modelId="{397EE9AF-D73B-45E7-B0BA-6F82B01A2108}" type="presParOf" srcId="{5C59C0A2-328A-40B6-BAE6-E668B96E4F03}" destId="{D9DD1E20-1B82-4AFF-90BB-D1522C2CE14C}" srcOrd="11" destOrd="0" presId="urn:microsoft.com/office/officeart/2005/8/layout/radial6"/>
    <dgm:cxn modelId="{F0C81069-706A-4725-A994-699F3637D790}" type="presParOf" srcId="{5C59C0A2-328A-40B6-BAE6-E668B96E4F03}" destId="{E178C1D2-0164-47CE-92B0-2CAD71D674C4}" srcOrd="12" destOrd="0" presId="urn:microsoft.com/office/officeart/2005/8/layout/radial6"/>
    <dgm:cxn modelId="{6ADE4861-6011-4898-BE13-451B5291F8F5}" type="presParOf" srcId="{5C59C0A2-328A-40B6-BAE6-E668B96E4F03}" destId="{E887F94A-28C2-40E3-A363-3C7AB490F72A}" srcOrd="13" destOrd="0" presId="urn:microsoft.com/office/officeart/2005/8/layout/radial6"/>
    <dgm:cxn modelId="{F56A5E89-19A0-445F-8875-379D91FBEB20}" type="presParOf" srcId="{5C59C0A2-328A-40B6-BAE6-E668B96E4F03}" destId="{47A91E71-3F14-4D09-98B0-62196D161DBD}" srcOrd="14" destOrd="0" presId="urn:microsoft.com/office/officeart/2005/8/layout/radial6"/>
    <dgm:cxn modelId="{4E95902A-A635-41BF-9EDE-0EB7191C8289}" type="presParOf" srcId="{5C59C0A2-328A-40B6-BAE6-E668B96E4F03}" destId="{DB9D47B1-C1B1-4731-B6CA-B0B09C6587B0}" srcOrd="15" destOrd="0" presId="urn:microsoft.com/office/officeart/2005/8/layout/radial6"/>
    <dgm:cxn modelId="{3436FB2E-F173-4FDF-9581-38937D83BC43}" type="presParOf" srcId="{5C59C0A2-328A-40B6-BAE6-E668B96E4F03}" destId="{2AE90180-F7A2-4930-9A38-EE81C925F8D4}" srcOrd="16" destOrd="0" presId="urn:microsoft.com/office/officeart/2005/8/layout/radial6"/>
    <dgm:cxn modelId="{324ED681-6604-4888-ACFB-A5D2F4E81A18}" type="presParOf" srcId="{5C59C0A2-328A-40B6-BAE6-E668B96E4F03}" destId="{25AF1B68-8E51-4E53-99DF-E29D1AAE9D6B}" srcOrd="17" destOrd="0" presId="urn:microsoft.com/office/officeart/2005/8/layout/radial6"/>
    <dgm:cxn modelId="{FCB36FA3-A509-4CB7-94B6-149E2DC5B41D}" type="presParOf" srcId="{5C59C0A2-328A-40B6-BAE6-E668B96E4F03}" destId="{09177368-8739-43C4-A5F5-9043F0A317EB}" srcOrd="18"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0F5866-C3CE-4B18-8435-5A96E87101D9}" type="doc">
      <dgm:prSet loTypeId="urn:microsoft.com/office/officeart/2005/8/layout/vList3" loCatId="picture" qsTypeId="urn:microsoft.com/office/officeart/2005/8/quickstyle/3d3" qsCatId="3D" csTypeId="urn:microsoft.com/office/officeart/2005/8/colors/accent5_1" csCatId="accent5" phldr="1"/>
      <dgm:spPr/>
    </dgm:pt>
    <dgm:pt modelId="{32404EC5-5896-43D5-9365-DB4B81A27EBA}">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Variable Lighting</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5C4C346A-6F5E-4C9A-A3F4-43A300140803}" type="parTrans" cxnId="{52D91AC9-811A-4E3B-9DCF-95C8121B8710}">
      <dgm:prSet/>
      <dgm:spPr/>
      <dgm:t>
        <a:bodyPr/>
        <a:lstStyle/>
        <a:p>
          <a:endParaRPr lang="en-US"/>
        </a:p>
      </dgm:t>
    </dgm:pt>
    <dgm:pt modelId="{111DA336-28C8-4F0A-A01F-B6DF8BAB5B01}" type="sibTrans" cxnId="{52D91AC9-811A-4E3B-9DCF-95C8121B8710}">
      <dgm:prSet/>
      <dgm:spPr/>
      <dgm:t>
        <a:bodyPr/>
        <a:lstStyle/>
        <a:p>
          <a:endParaRPr lang="en-US"/>
        </a:p>
      </dgm:t>
    </dgm:pt>
    <dgm:pt modelId="{0A178AF6-CDD9-4F07-BB07-9C47C7617479}">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Fruit Occlusion</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7565D596-7834-4281-9BF4-B29FB7741041}" type="parTrans" cxnId="{9947FFFC-0122-4E2B-890D-B38EACFBAD3B}">
      <dgm:prSet/>
      <dgm:spPr/>
      <dgm:t>
        <a:bodyPr/>
        <a:lstStyle/>
        <a:p>
          <a:endParaRPr lang="en-US"/>
        </a:p>
      </dgm:t>
    </dgm:pt>
    <dgm:pt modelId="{506A9272-7444-4415-ACC3-9FFE177C58DB}" type="sibTrans" cxnId="{9947FFFC-0122-4E2B-890D-B38EACFBAD3B}">
      <dgm:prSet/>
      <dgm:spPr/>
      <dgm:t>
        <a:bodyPr/>
        <a:lstStyle/>
        <a:p>
          <a:endParaRPr lang="en-US"/>
        </a:p>
      </dgm:t>
    </dgm:pt>
    <dgm:pt modelId="{59CA88A0-3A46-4F4B-B881-44015FB3F824}">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Overlapping Objects</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994C6F85-3C62-4FAC-826B-265B029195A5}" type="parTrans" cxnId="{D205703F-A3A1-42A7-8339-6530060ADC35}">
      <dgm:prSet/>
      <dgm:spPr/>
      <dgm:t>
        <a:bodyPr/>
        <a:lstStyle/>
        <a:p>
          <a:endParaRPr lang="en-US"/>
        </a:p>
      </dgm:t>
    </dgm:pt>
    <dgm:pt modelId="{C2DF40A4-0C10-4F94-A093-4379CCA45B81}" type="sibTrans" cxnId="{D205703F-A3A1-42A7-8339-6530060ADC35}">
      <dgm:prSet/>
      <dgm:spPr/>
      <dgm:t>
        <a:bodyPr/>
        <a:lstStyle/>
        <a:p>
          <a:endParaRPr lang="en-US"/>
        </a:p>
      </dgm:t>
    </dgm:pt>
    <dgm:pt modelId="{05D79C63-2210-44EC-899D-8DA8C1E23E7F}">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Fruit Integrity</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FE9132B7-AD29-4E6C-9A52-440940C8F4D6}" type="parTrans" cxnId="{8EF05FD1-066F-4C51-8047-CACAB2606D12}">
      <dgm:prSet/>
      <dgm:spPr/>
      <dgm:t>
        <a:bodyPr/>
        <a:lstStyle/>
        <a:p>
          <a:endParaRPr lang="en-US"/>
        </a:p>
      </dgm:t>
    </dgm:pt>
    <dgm:pt modelId="{1400AAC4-D283-480F-A420-80157BBACD9B}" type="sibTrans" cxnId="{8EF05FD1-066F-4C51-8047-CACAB2606D12}">
      <dgm:prSet/>
      <dgm:spPr/>
      <dgm:t>
        <a:bodyPr/>
        <a:lstStyle/>
        <a:p>
          <a:endParaRPr lang="en-US"/>
        </a:p>
      </dgm:t>
    </dgm:pt>
    <dgm:pt modelId="{FE86D4F9-326E-4994-A37F-9EC383404C20}">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Approach Accuracy</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8CB88E9B-5B6D-4FEB-8A9B-BB6401DE5E5B}" type="parTrans" cxnId="{39FA147E-6D3F-48E8-B26D-FAFC8C460A51}">
      <dgm:prSet/>
      <dgm:spPr/>
      <dgm:t>
        <a:bodyPr/>
        <a:lstStyle/>
        <a:p>
          <a:endParaRPr lang="en-US"/>
        </a:p>
      </dgm:t>
    </dgm:pt>
    <dgm:pt modelId="{FFB47DF7-B050-4250-82A0-9B98C0F600BF}" type="sibTrans" cxnId="{39FA147E-6D3F-48E8-B26D-FAFC8C460A51}">
      <dgm:prSet/>
      <dgm:spPr/>
      <dgm:t>
        <a:bodyPr/>
        <a:lstStyle/>
        <a:p>
          <a:endParaRPr lang="en-US"/>
        </a:p>
      </dgm:t>
    </dgm:pt>
    <dgm:pt modelId="{D21CAB75-AFCD-45B4-AECD-C9179E495E56}" type="pres">
      <dgm:prSet presAssocID="{950F5866-C3CE-4B18-8435-5A96E87101D9}" presName="linearFlow" presStyleCnt="0">
        <dgm:presLayoutVars>
          <dgm:dir/>
          <dgm:resizeHandles val="exact"/>
        </dgm:presLayoutVars>
      </dgm:prSet>
      <dgm:spPr/>
    </dgm:pt>
    <dgm:pt modelId="{89920A66-382F-4E77-895D-70FCE643453F}" type="pres">
      <dgm:prSet presAssocID="{32404EC5-5896-43D5-9365-DB4B81A27EBA}" presName="composite" presStyleCnt="0"/>
      <dgm:spPr/>
    </dgm:pt>
    <dgm:pt modelId="{5060173E-3D1B-4CBF-B433-1953B5E3EDEC}" type="pres">
      <dgm:prSet presAssocID="{32404EC5-5896-43D5-9365-DB4B81A27EBA}" presName="imgShp" presStyleLbl="fgImgPlace1" presStyleIdx="0" presStyleCnt="5"/>
      <dgm:spPr>
        <a:blipFill rotWithShape="1">
          <a:blip xmlns:r="http://schemas.openxmlformats.org/officeDocument/2006/relationships" r:embed="rId1"/>
          <a:stretch>
            <a:fillRect/>
          </a:stretch>
        </a:blipFill>
      </dgm:spPr>
    </dgm:pt>
    <dgm:pt modelId="{1B850051-2E47-4F2A-8E78-0DAD113346D1}" type="pres">
      <dgm:prSet presAssocID="{32404EC5-5896-43D5-9365-DB4B81A27EBA}" presName="txShp" presStyleLbl="node1" presStyleIdx="0" presStyleCnt="5">
        <dgm:presLayoutVars>
          <dgm:bulletEnabled val="1"/>
        </dgm:presLayoutVars>
      </dgm:prSet>
      <dgm:spPr/>
      <dgm:t>
        <a:bodyPr/>
        <a:lstStyle/>
        <a:p>
          <a:endParaRPr lang="en-US"/>
        </a:p>
      </dgm:t>
    </dgm:pt>
    <dgm:pt modelId="{5411ED30-0A60-49D7-83D0-C446746F33B5}" type="pres">
      <dgm:prSet presAssocID="{111DA336-28C8-4F0A-A01F-B6DF8BAB5B01}" presName="spacing" presStyleCnt="0"/>
      <dgm:spPr/>
    </dgm:pt>
    <dgm:pt modelId="{15A23B58-3A8E-4828-8418-5BDF19AC1E1C}" type="pres">
      <dgm:prSet presAssocID="{0A178AF6-CDD9-4F07-BB07-9C47C7617479}" presName="composite" presStyleCnt="0"/>
      <dgm:spPr/>
    </dgm:pt>
    <dgm:pt modelId="{A781EACC-C6EE-4D5F-B11A-FEF7E5D19474}" type="pres">
      <dgm:prSet presAssocID="{0A178AF6-CDD9-4F07-BB07-9C47C7617479}" presName="imgShp" presStyleLbl="fgImgPlace1" presStyleIdx="1" presStyleCnt="5"/>
      <dgm:spPr>
        <a:blipFill rotWithShape="1">
          <a:blip xmlns:r="http://schemas.openxmlformats.org/officeDocument/2006/relationships" r:embed="rId2"/>
          <a:stretch>
            <a:fillRect/>
          </a:stretch>
        </a:blipFill>
      </dgm:spPr>
      <dgm:t>
        <a:bodyPr/>
        <a:lstStyle/>
        <a:p>
          <a:endParaRPr lang="en-US"/>
        </a:p>
      </dgm:t>
    </dgm:pt>
    <dgm:pt modelId="{5FAFCD7D-43E0-4E73-87A3-AFD1060E23B1}" type="pres">
      <dgm:prSet presAssocID="{0A178AF6-CDD9-4F07-BB07-9C47C7617479}" presName="txShp" presStyleLbl="node1" presStyleIdx="1" presStyleCnt="5">
        <dgm:presLayoutVars>
          <dgm:bulletEnabled val="1"/>
        </dgm:presLayoutVars>
      </dgm:prSet>
      <dgm:spPr/>
      <dgm:t>
        <a:bodyPr/>
        <a:lstStyle/>
        <a:p>
          <a:endParaRPr lang="en-US"/>
        </a:p>
      </dgm:t>
    </dgm:pt>
    <dgm:pt modelId="{0D5867E7-3167-453E-A545-653F87387B73}" type="pres">
      <dgm:prSet presAssocID="{506A9272-7444-4415-ACC3-9FFE177C58DB}" presName="spacing" presStyleCnt="0"/>
      <dgm:spPr/>
    </dgm:pt>
    <dgm:pt modelId="{B3411081-6B49-44C7-A254-4F4841A84079}" type="pres">
      <dgm:prSet presAssocID="{59CA88A0-3A46-4F4B-B881-44015FB3F824}" presName="composite" presStyleCnt="0"/>
      <dgm:spPr/>
    </dgm:pt>
    <dgm:pt modelId="{8761A216-28D1-456B-9A42-95B9068F1AB8}" type="pres">
      <dgm:prSet presAssocID="{59CA88A0-3A46-4F4B-B881-44015FB3F824}" presName="imgShp" presStyleLbl="fgImgPlace1" presStyleIdx="2" presStyleCnt="5"/>
      <dgm:spPr>
        <a:blipFill rotWithShape="1">
          <a:blip xmlns:r="http://schemas.openxmlformats.org/officeDocument/2006/relationships" r:embed="rId3"/>
          <a:stretch>
            <a:fillRect/>
          </a:stretch>
        </a:blipFill>
      </dgm:spPr>
    </dgm:pt>
    <dgm:pt modelId="{1E0E5C07-934A-463D-9C1A-CB0CB955DBC4}" type="pres">
      <dgm:prSet presAssocID="{59CA88A0-3A46-4F4B-B881-44015FB3F824}" presName="txShp" presStyleLbl="node1" presStyleIdx="2" presStyleCnt="5">
        <dgm:presLayoutVars>
          <dgm:bulletEnabled val="1"/>
        </dgm:presLayoutVars>
      </dgm:prSet>
      <dgm:spPr/>
      <dgm:t>
        <a:bodyPr/>
        <a:lstStyle/>
        <a:p>
          <a:endParaRPr lang="en-US"/>
        </a:p>
      </dgm:t>
    </dgm:pt>
    <dgm:pt modelId="{FD0F00D8-08F2-4B29-B27C-FB1E515361BC}" type="pres">
      <dgm:prSet presAssocID="{C2DF40A4-0C10-4F94-A093-4379CCA45B81}" presName="spacing" presStyleCnt="0"/>
      <dgm:spPr/>
    </dgm:pt>
    <dgm:pt modelId="{E1E5D0EA-EFAA-49D0-B9F5-4ADE1AE765DC}" type="pres">
      <dgm:prSet presAssocID="{FE86D4F9-326E-4994-A37F-9EC383404C20}" presName="composite" presStyleCnt="0"/>
      <dgm:spPr/>
    </dgm:pt>
    <dgm:pt modelId="{57597597-4B47-4EED-A18A-1E94D5D19EEC}" type="pres">
      <dgm:prSet presAssocID="{FE86D4F9-326E-4994-A37F-9EC383404C20}" presName="imgShp" presStyleLbl="fgImgPlace1" presStyleIdx="3" presStyleCnt="5"/>
      <dgm:spPr>
        <a:blipFill rotWithShape="1">
          <a:blip xmlns:r="http://schemas.openxmlformats.org/officeDocument/2006/relationships" r:embed="rId4"/>
          <a:stretch>
            <a:fillRect/>
          </a:stretch>
        </a:blipFill>
      </dgm:spPr>
    </dgm:pt>
    <dgm:pt modelId="{CDCFA5FE-A1E8-40A3-AE58-AEE609460DFB}" type="pres">
      <dgm:prSet presAssocID="{FE86D4F9-326E-4994-A37F-9EC383404C20}" presName="txShp" presStyleLbl="node1" presStyleIdx="3" presStyleCnt="5">
        <dgm:presLayoutVars>
          <dgm:bulletEnabled val="1"/>
        </dgm:presLayoutVars>
      </dgm:prSet>
      <dgm:spPr/>
      <dgm:t>
        <a:bodyPr/>
        <a:lstStyle/>
        <a:p>
          <a:endParaRPr lang="en-US"/>
        </a:p>
      </dgm:t>
    </dgm:pt>
    <dgm:pt modelId="{ABD3E1FA-0FC8-4E07-87C6-F1F308D91901}" type="pres">
      <dgm:prSet presAssocID="{FFB47DF7-B050-4250-82A0-9B98C0F600BF}" presName="spacing" presStyleCnt="0"/>
      <dgm:spPr/>
    </dgm:pt>
    <dgm:pt modelId="{EAB43B83-02A9-41DC-B150-AF7395B107F9}" type="pres">
      <dgm:prSet presAssocID="{05D79C63-2210-44EC-899D-8DA8C1E23E7F}" presName="composite" presStyleCnt="0"/>
      <dgm:spPr/>
    </dgm:pt>
    <dgm:pt modelId="{EE8DB98F-7473-4BC8-9353-7D66B8ADA3C0}" type="pres">
      <dgm:prSet presAssocID="{05D79C63-2210-44EC-899D-8DA8C1E23E7F}" presName="imgShp" presStyleLbl="fgImgPlace1" presStyleIdx="4" presStyleCnt="5"/>
      <dgm:spPr>
        <a:blipFill rotWithShape="1">
          <a:blip xmlns:r="http://schemas.openxmlformats.org/officeDocument/2006/relationships" r:embed="rId5"/>
          <a:stretch>
            <a:fillRect/>
          </a:stretch>
        </a:blipFill>
      </dgm:spPr>
    </dgm:pt>
    <dgm:pt modelId="{42198D7B-F5F6-45FA-BB78-D85D9C00D308}" type="pres">
      <dgm:prSet presAssocID="{05D79C63-2210-44EC-899D-8DA8C1E23E7F}" presName="txShp" presStyleLbl="node1" presStyleIdx="4" presStyleCnt="5">
        <dgm:presLayoutVars>
          <dgm:bulletEnabled val="1"/>
        </dgm:presLayoutVars>
      </dgm:prSet>
      <dgm:spPr/>
      <dgm:t>
        <a:bodyPr/>
        <a:lstStyle/>
        <a:p>
          <a:endParaRPr lang="en-US"/>
        </a:p>
      </dgm:t>
    </dgm:pt>
  </dgm:ptLst>
  <dgm:cxnLst>
    <dgm:cxn modelId="{21DF2056-D87E-4870-BC19-0AE2ABBF67D5}" type="presOf" srcId="{950F5866-C3CE-4B18-8435-5A96E87101D9}" destId="{D21CAB75-AFCD-45B4-AECD-C9179E495E56}" srcOrd="0" destOrd="0" presId="urn:microsoft.com/office/officeart/2005/8/layout/vList3"/>
    <dgm:cxn modelId="{3826D6AB-3F53-40B0-AD1B-C4A45C5C8727}" type="presOf" srcId="{FE86D4F9-326E-4994-A37F-9EC383404C20}" destId="{CDCFA5FE-A1E8-40A3-AE58-AEE609460DFB}" srcOrd="0" destOrd="0" presId="urn:microsoft.com/office/officeart/2005/8/layout/vList3"/>
    <dgm:cxn modelId="{9947FFFC-0122-4E2B-890D-B38EACFBAD3B}" srcId="{950F5866-C3CE-4B18-8435-5A96E87101D9}" destId="{0A178AF6-CDD9-4F07-BB07-9C47C7617479}" srcOrd="1" destOrd="0" parTransId="{7565D596-7834-4281-9BF4-B29FB7741041}" sibTransId="{506A9272-7444-4415-ACC3-9FFE177C58DB}"/>
    <dgm:cxn modelId="{ECE30790-3E46-416A-8A40-4F032AFD295E}" type="presOf" srcId="{59CA88A0-3A46-4F4B-B881-44015FB3F824}" destId="{1E0E5C07-934A-463D-9C1A-CB0CB955DBC4}" srcOrd="0" destOrd="0" presId="urn:microsoft.com/office/officeart/2005/8/layout/vList3"/>
    <dgm:cxn modelId="{03931F9D-5D7E-4A11-A89C-5D6181D085AF}" type="presOf" srcId="{32404EC5-5896-43D5-9365-DB4B81A27EBA}" destId="{1B850051-2E47-4F2A-8E78-0DAD113346D1}" srcOrd="0" destOrd="0" presId="urn:microsoft.com/office/officeart/2005/8/layout/vList3"/>
    <dgm:cxn modelId="{8EF05FD1-066F-4C51-8047-CACAB2606D12}" srcId="{950F5866-C3CE-4B18-8435-5A96E87101D9}" destId="{05D79C63-2210-44EC-899D-8DA8C1E23E7F}" srcOrd="4" destOrd="0" parTransId="{FE9132B7-AD29-4E6C-9A52-440940C8F4D6}" sibTransId="{1400AAC4-D283-480F-A420-80157BBACD9B}"/>
    <dgm:cxn modelId="{52D91AC9-811A-4E3B-9DCF-95C8121B8710}" srcId="{950F5866-C3CE-4B18-8435-5A96E87101D9}" destId="{32404EC5-5896-43D5-9365-DB4B81A27EBA}" srcOrd="0" destOrd="0" parTransId="{5C4C346A-6F5E-4C9A-A3F4-43A300140803}" sibTransId="{111DA336-28C8-4F0A-A01F-B6DF8BAB5B01}"/>
    <dgm:cxn modelId="{4C510712-FC32-4BBD-ADBD-E7D1E83C1989}" type="presOf" srcId="{05D79C63-2210-44EC-899D-8DA8C1E23E7F}" destId="{42198D7B-F5F6-45FA-BB78-D85D9C00D308}" srcOrd="0" destOrd="0" presId="urn:microsoft.com/office/officeart/2005/8/layout/vList3"/>
    <dgm:cxn modelId="{D205703F-A3A1-42A7-8339-6530060ADC35}" srcId="{950F5866-C3CE-4B18-8435-5A96E87101D9}" destId="{59CA88A0-3A46-4F4B-B881-44015FB3F824}" srcOrd="2" destOrd="0" parTransId="{994C6F85-3C62-4FAC-826B-265B029195A5}" sibTransId="{C2DF40A4-0C10-4F94-A093-4379CCA45B81}"/>
    <dgm:cxn modelId="{39FA147E-6D3F-48E8-B26D-FAFC8C460A51}" srcId="{950F5866-C3CE-4B18-8435-5A96E87101D9}" destId="{FE86D4F9-326E-4994-A37F-9EC383404C20}" srcOrd="3" destOrd="0" parTransId="{8CB88E9B-5B6D-4FEB-8A9B-BB6401DE5E5B}" sibTransId="{FFB47DF7-B050-4250-82A0-9B98C0F600BF}"/>
    <dgm:cxn modelId="{B9277F91-BFB9-4077-AE03-4A69BE6FC28F}" type="presOf" srcId="{0A178AF6-CDD9-4F07-BB07-9C47C7617479}" destId="{5FAFCD7D-43E0-4E73-87A3-AFD1060E23B1}" srcOrd="0" destOrd="0" presId="urn:microsoft.com/office/officeart/2005/8/layout/vList3"/>
    <dgm:cxn modelId="{112B16C0-E341-448F-943E-83DA81C97ABD}" type="presParOf" srcId="{D21CAB75-AFCD-45B4-AECD-C9179E495E56}" destId="{89920A66-382F-4E77-895D-70FCE643453F}" srcOrd="0" destOrd="0" presId="urn:microsoft.com/office/officeart/2005/8/layout/vList3"/>
    <dgm:cxn modelId="{93FFBDC6-BB94-4FD7-ACA4-0E2ECDE7244C}" type="presParOf" srcId="{89920A66-382F-4E77-895D-70FCE643453F}" destId="{5060173E-3D1B-4CBF-B433-1953B5E3EDEC}" srcOrd="0" destOrd="0" presId="urn:microsoft.com/office/officeart/2005/8/layout/vList3"/>
    <dgm:cxn modelId="{287C6F2B-57FC-440D-B9A0-1D5C39BBEC24}" type="presParOf" srcId="{89920A66-382F-4E77-895D-70FCE643453F}" destId="{1B850051-2E47-4F2A-8E78-0DAD113346D1}" srcOrd="1" destOrd="0" presId="urn:microsoft.com/office/officeart/2005/8/layout/vList3"/>
    <dgm:cxn modelId="{0841B6D6-E5BA-455B-B2FD-7825A0BFCD5D}" type="presParOf" srcId="{D21CAB75-AFCD-45B4-AECD-C9179E495E56}" destId="{5411ED30-0A60-49D7-83D0-C446746F33B5}" srcOrd="1" destOrd="0" presId="urn:microsoft.com/office/officeart/2005/8/layout/vList3"/>
    <dgm:cxn modelId="{EC3D199C-DDF9-40E8-B863-2F19ADBD3943}" type="presParOf" srcId="{D21CAB75-AFCD-45B4-AECD-C9179E495E56}" destId="{15A23B58-3A8E-4828-8418-5BDF19AC1E1C}" srcOrd="2" destOrd="0" presId="urn:microsoft.com/office/officeart/2005/8/layout/vList3"/>
    <dgm:cxn modelId="{898014A4-06E1-4684-B5EC-45E110B8E284}" type="presParOf" srcId="{15A23B58-3A8E-4828-8418-5BDF19AC1E1C}" destId="{A781EACC-C6EE-4D5F-B11A-FEF7E5D19474}" srcOrd="0" destOrd="0" presId="urn:microsoft.com/office/officeart/2005/8/layout/vList3"/>
    <dgm:cxn modelId="{4C8CCBF2-A6B4-4B22-B424-6E7D9743031F}" type="presParOf" srcId="{15A23B58-3A8E-4828-8418-5BDF19AC1E1C}" destId="{5FAFCD7D-43E0-4E73-87A3-AFD1060E23B1}" srcOrd="1" destOrd="0" presId="urn:microsoft.com/office/officeart/2005/8/layout/vList3"/>
    <dgm:cxn modelId="{7FFD6DC4-B914-444C-9632-19F34A0C61E9}" type="presParOf" srcId="{D21CAB75-AFCD-45B4-AECD-C9179E495E56}" destId="{0D5867E7-3167-453E-A545-653F87387B73}" srcOrd="3" destOrd="0" presId="urn:microsoft.com/office/officeart/2005/8/layout/vList3"/>
    <dgm:cxn modelId="{6B500C69-5985-42BE-9F3B-EE4FC12AB36A}" type="presParOf" srcId="{D21CAB75-AFCD-45B4-AECD-C9179E495E56}" destId="{B3411081-6B49-44C7-A254-4F4841A84079}" srcOrd="4" destOrd="0" presId="urn:microsoft.com/office/officeart/2005/8/layout/vList3"/>
    <dgm:cxn modelId="{C80B20CC-60D2-4D91-B93A-D4928C8A1E3D}" type="presParOf" srcId="{B3411081-6B49-44C7-A254-4F4841A84079}" destId="{8761A216-28D1-456B-9A42-95B9068F1AB8}" srcOrd="0" destOrd="0" presId="urn:microsoft.com/office/officeart/2005/8/layout/vList3"/>
    <dgm:cxn modelId="{95AEFF12-E3E9-4191-8CDB-3C04662AE702}" type="presParOf" srcId="{B3411081-6B49-44C7-A254-4F4841A84079}" destId="{1E0E5C07-934A-463D-9C1A-CB0CB955DBC4}" srcOrd="1" destOrd="0" presId="urn:microsoft.com/office/officeart/2005/8/layout/vList3"/>
    <dgm:cxn modelId="{88019F27-833F-4D3A-9AF5-4CB910B6641B}" type="presParOf" srcId="{D21CAB75-AFCD-45B4-AECD-C9179E495E56}" destId="{FD0F00D8-08F2-4B29-B27C-FB1E515361BC}" srcOrd="5" destOrd="0" presId="urn:microsoft.com/office/officeart/2005/8/layout/vList3"/>
    <dgm:cxn modelId="{DB5CF49F-D709-4293-B221-A3CD3EA82C00}" type="presParOf" srcId="{D21CAB75-AFCD-45B4-AECD-C9179E495E56}" destId="{E1E5D0EA-EFAA-49D0-B9F5-4ADE1AE765DC}" srcOrd="6" destOrd="0" presId="urn:microsoft.com/office/officeart/2005/8/layout/vList3"/>
    <dgm:cxn modelId="{4B7E5D4C-FBE8-484A-A0CB-A95E4FDCB962}" type="presParOf" srcId="{E1E5D0EA-EFAA-49D0-B9F5-4ADE1AE765DC}" destId="{57597597-4B47-4EED-A18A-1E94D5D19EEC}" srcOrd="0" destOrd="0" presId="urn:microsoft.com/office/officeart/2005/8/layout/vList3"/>
    <dgm:cxn modelId="{1D03A0A4-08B0-4AB3-95E5-F127E036E9A5}" type="presParOf" srcId="{E1E5D0EA-EFAA-49D0-B9F5-4ADE1AE765DC}" destId="{CDCFA5FE-A1E8-40A3-AE58-AEE609460DFB}" srcOrd="1" destOrd="0" presId="urn:microsoft.com/office/officeart/2005/8/layout/vList3"/>
    <dgm:cxn modelId="{2AC14997-9CC4-4837-9023-92FC2A1A66F3}" type="presParOf" srcId="{D21CAB75-AFCD-45B4-AECD-C9179E495E56}" destId="{ABD3E1FA-0FC8-4E07-87C6-F1F308D91901}" srcOrd="7" destOrd="0" presId="urn:microsoft.com/office/officeart/2005/8/layout/vList3"/>
    <dgm:cxn modelId="{27E36D6B-A32D-4E9A-B14F-5337A9836508}" type="presParOf" srcId="{D21CAB75-AFCD-45B4-AECD-C9179E495E56}" destId="{EAB43B83-02A9-41DC-B150-AF7395B107F9}" srcOrd="8" destOrd="0" presId="urn:microsoft.com/office/officeart/2005/8/layout/vList3"/>
    <dgm:cxn modelId="{F630739B-C927-4CBF-AD13-C691B5B60B0D}" type="presParOf" srcId="{EAB43B83-02A9-41DC-B150-AF7395B107F9}" destId="{EE8DB98F-7473-4BC8-9353-7D66B8ADA3C0}" srcOrd="0" destOrd="0" presId="urn:microsoft.com/office/officeart/2005/8/layout/vList3"/>
    <dgm:cxn modelId="{9A2AF520-FB0A-4D23-95E3-9FAE000C169C}" type="presParOf" srcId="{EAB43B83-02A9-41DC-B150-AF7395B107F9}" destId="{42198D7B-F5F6-45FA-BB78-D85D9C00D308}"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0F5866-C3CE-4B18-8435-5A96E87101D9}" type="doc">
      <dgm:prSet loTypeId="urn:microsoft.com/office/officeart/2005/8/layout/vList3" loCatId="picture" qsTypeId="urn:microsoft.com/office/officeart/2005/8/quickstyle/3d3" qsCatId="3D" csTypeId="urn:microsoft.com/office/officeart/2005/8/colors/accent5_1" csCatId="accent5" phldr="1"/>
      <dgm:spPr/>
    </dgm:pt>
    <dgm:pt modelId="{32404EC5-5896-43D5-9365-DB4B81A27EBA}">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Improve Harvest Efficiency</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5C4C346A-6F5E-4C9A-A3F4-43A300140803}" type="parTrans" cxnId="{52D91AC9-811A-4E3B-9DCF-95C8121B8710}">
      <dgm:prSet/>
      <dgm:spPr/>
      <dgm:t>
        <a:bodyPr/>
        <a:lstStyle/>
        <a:p>
          <a:endParaRPr lang="en-US"/>
        </a:p>
      </dgm:t>
    </dgm:pt>
    <dgm:pt modelId="{111DA336-28C8-4F0A-A01F-B6DF8BAB5B01}" type="sibTrans" cxnId="{52D91AC9-811A-4E3B-9DCF-95C8121B8710}">
      <dgm:prSet/>
      <dgm:spPr/>
      <dgm:t>
        <a:bodyPr/>
        <a:lstStyle/>
        <a:p>
          <a:endParaRPr lang="en-US"/>
        </a:p>
      </dgm:t>
    </dgm:pt>
    <dgm:pt modelId="{59CA88A0-3A46-4F4B-B881-44015FB3F824}">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Reduce Costs</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994C6F85-3C62-4FAC-826B-265B029195A5}" type="parTrans" cxnId="{D205703F-A3A1-42A7-8339-6530060ADC35}">
      <dgm:prSet/>
      <dgm:spPr/>
      <dgm:t>
        <a:bodyPr/>
        <a:lstStyle/>
        <a:p>
          <a:endParaRPr lang="en-US"/>
        </a:p>
      </dgm:t>
    </dgm:pt>
    <dgm:pt modelId="{C2DF40A4-0C10-4F94-A093-4379CCA45B81}" type="sibTrans" cxnId="{D205703F-A3A1-42A7-8339-6530060ADC35}">
      <dgm:prSet/>
      <dgm:spPr/>
      <dgm:t>
        <a:bodyPr/>
        <a:lstStyle/>
        <a:p>
          <a:endParaRPr lang="en-US"/>
        </a:p>
      </dgm:t>
    </dgm:pt>
    <dgm:pt modelId="{05D79C63-2210-44EC-899D-8DA8C1E23E7F}">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Support Smart Farming</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FE9132B7-AD29-4E6C-9A52-440940C8F4D6}" type="parTrans" cxnId="{8EF05FD1-066F-4C51-8047-CACAB2606D12}">
      <dgm:prSet/>
      <dgm:spPr/>
      <dgm:t>
        <a:bodyPr/>
        <a:lstStyle/>
        <a:p>
          <a:endParaRPr lang="en-US"/>
        </a:p>
      </dgm:t>
    </dgm:pt>
    <dgm:pt modelId="{1400AAC4-D283-480F-A420-80157BBACD9B}" type="sibTrans" cxnId="{8EF05FD1-066F-4C51-8047-CACAB2606D12}">
      <dgm:prSet/>
      <dgm:spPr/>
      <dgm:t>
        <a:bodyPr/>
        <a:lstStyle/>
        <a:p>
          <a:endParaRPr lang="en-US"/>
        </a:p>
      </dgm:t>
    </dgm:pt>
    <dgm:pt modelId="{FE86D4F9-326E-4994-A37F-9EC383404C20}">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Address Labor Shortages</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8CB88E9B-5B6D-4FEB-8A9B-BB6401DE5E5B}" type="parTrans" cxnId="{39FA147E-6D3F-48E8-B26D-FAFC8C460A51}">
      <dgm:prSet/>
      <dgm:spPr/>
      <dgm:t>
        <a:bodyPr/>
        <a:lstStyle/>
        <a:p>
          <a:endParaRPr lang="en-US"/>
        </a:p>
      </dgm:t>
    </dgm:pt>
    <dgm:pt modelId="{FFB47DF7-B050-4250-82A0-9B98C0F600BF}" type="sibTrans" cxnId="{39FA147E-6D3F-48E8-B26D-FAFC8C460A51}">
      <dgm:prSet/>
      <dgm:spPr/>
      <dgm:t>
        <a:bodyPr/>
        <a:lstStyle/>
        <a:p>
          <a:endParaRPr lang="en-US"/>
        </a:p>
      </dgm:t>
    </dgm:pt>
    <dgm:pt modelId="{0A178AF6-CDD9-4F07-BB07-9C47C7617479}">
      <dgm:prSet phldrT="[Text]" custT="1"/>
      <dgm:spPr/>
      <dgm:t>
        <a:bodyPr/>
        <a:lstStyle/>
        <a:p>
          <a:r>
            <a:rPr lang="en-US" sz="3200" b="1" dirty="0" smtClean="0">
              <a:solidFill>
                <a:schemeClr val="bg1">
                  <a:lumMod val="50000"/>
                </a:schemeClr>
              </a:solidFill>
              <a:latin typeface="Times New Roman" panose="02020603050405020304" pitchFamily="18" charset="0"/>
              <a:cs typeface="Times New Roman" panose="02020603050405020304" pitchFamily="18" charset="0"/>
            </a:rPr>
            <a:t>Preserve Fruit Quality</a:t>
          </a:r>
          <a:endParaRPr lang="en-US" sz="3200" b="1" dirty="0">
            <a:solidFill>
              <a:schemeClr val="bg1">
                <a:lumMod val="50000"/>
              </a:schemeClr>
            </a:solidFill>
            <a:latin typeface="Times New Roman" panose="02020603050405020304" pitchFamily="18" charset="0"/>
            <a:cs typeface="Times New Roman" panose="02020603050405020304" pitchFamily="18" charset="0"/>
          </a:endParaRPr>
        </a:p>
      </dgm:t>
    </dgm:pt>
    <dgm:pt modelId="{506A9272-7444-4415-ACC3-9FFE177C58DB}" type="sibTrans" cxnId="{9947FFFC-0122-4E2B-890D-B38EACFBAD3B}">
      <dgm:prSet/>
      <dgm:spPr/>
      <dgm:t>
        <a:bodyPr/>
        <a:lstStyle/>
        <a:p>
          <a:endParaRPr lang="en-US"/>
        </a:p>
      </dgm:t>
    </dgm:pt>
    <dgm:pt modelId="{7565D596-7834-4281-9BF4-B29FB7741041}" type="parTrans" cxnId="{9947FFFC-0122-4E2B-890D-B38EACFBAD3B}">
      <dgm:prSet/>
      <dgm:spPr/>
      <dgm:t>
        <a:bodyPr/>
        <a:lstStyle/>
        <a:p>
          <a:endParaRPr lang="en-US"/>
        </a:p>
      </dgm:t>
    </dgm:pt>
    <dgm:pt modelId="{D21CAB75-AFCD-45B4-AECD-C9179E495E56}" type="pres">
      <dgm:prSet presAssocID="{950F5866-C3CE-4B18-8435-5A96E87101D9}" presName="linearFlow" presStyleCnt="0">
        <dgm:presLayoutVars>
          <dgm:dir/>
          <dgm:resizeHandles val="exact"/>
        </dgm:presLayoutVars>
      </dgm:prSet>
      <dgm:spPr/>
    </dgm:pt>
    <dgm:pt modelId="{89920A66-382F-4E77-895D-70FCE643453F}" type="pres">
      <dgm:prSet presAssocID="{32404EC5-5896-43D5-9365-DB4B81A27EBA}" presName="composite" presStyleCnt="0"/>
      <dgm:spPr/>
    </dgm:pt>
    <dgm:pt modelId="{5060173E-3D1B-4CBF-B433-1953B5E3EDEC}" type="pres">
      <dgm:prSet presAssocID="{32404EC5-5896-43D5-9365-DB4B81A27EBA}" presName="imgShp" presStyleLbl="fgImgPlace1" presStyleIdx="0" presStyleCnt="5"/>
      <dgm:spPr>
        <a:blipFill rotWithShape="1">
          <a:blip xmlns:r="http://schemas.openxmlformats.org/officeDocument/2006/relationships" r:embed="rId1"/>
          <a:stretch>
            <a:fillRect/>
          </a:stretch>
        </a:blipFill>
      </dgm:spPr>
    </dgm:pt>
    <dgm:pt modelId="{1B850051-2E47-4F2A-8E78-0DAD113346D1}" type="pres">
      <dgm:prSet presAssocID="{32404EC5-5896-43D5-9365-DB4B81A27EBA}" presName="txShp" presStyleLbl="node1" presStyleIdx="0" presStyleCnt="5">
        <dgm:presLayoutVars>
          <dgm:bulletEnabled val="1"/>
        </dgm:presLayoutVars>
      </dgm:prSet>
      <dgm:spPr/>
      <dgm:t>
        <a:bodyPr/>
        <a:lstStyle/>
        <a:p>
          <a:endParaRPr lang="en-US"/>
        </a:p>
      </dgm:t>
    </dgm:pt>
    <dgm:pt modelId="{5411ED30-0A60-49D7-83D0-C446746F33B5}" type="pres">
      <dgm:prSet presAssocID="{111DA336-28C8-4F0A-A01F-B6DF8BAB5B01}" presName="spacing" presStyleCnt="0"/>
      <dgm:spPr/>
    </dgm:pt>
    <dgm:pt modelId="{15A23B58-3A8E-4828-8418-5BDF19AC1E1C}" type="pres">
      <dgm:prSet presAssocID="{0A178AF6-CDD9-4F07-BB07-9C47C7617479}" presName="composite" presStyleCnt="0"/>
      <dgm:spPr/>
    </dgm:pt>
    <dgm:pt modelId="{A781EACC-C6EE-4D5F-B11A-FEF7E5D19474}" type="pres">
      <dgm:prSet presAssocID="{0A178AF6-CDD9-4F07-BB07-9C47C7617479}" presName="imgShp" presStyleLbl="fgImgPlace1" presStyleIdx="1" presStyleCnt="5"/>
      <dgm:spPr>
        <a:blipFill rotWithShape="1">
          <a:blip xmlns:r="http://schemas.openxmlformats.org/officeDocument/2006/relationships" r:embed="rId2"/>
          <a:stretch>
            <a:fillRect/>
          </a:stretch>
        </a:blipFill>
      </dgm:spPr>
      <dgm:t>
        <a:bodyPr/>
        <a:lstStyle/>
        <a:p>
          <a:endParaRPr lang="en-US"/>
        </a:p>
      </dgm:t>
    </dgm:pt>
    <dgm:pt modelId="{5FAFCD7D-43E0-4E73-87A3-AFD1060E23B1}" type="pres">
      <dgm:prSet presAssocID="{0A178AF6-CDD9-4F07-BB07-9C47C7617479}" presName="txShp" presStyleLbl="node1" presStyleIdx="1" presStyleCnt="5">
        <dgm:presLayoutVars>
          <dgm:bulletEnabled val="1"/>
        </dgm:presLayoutVars>
      </dgm:prSet>
      <dgm:spPr/>
      <dgm:t>
        <a:bodyPr/>
        <a:lstStyle/>
        <a:p>
          <a:endParaRPr lang="en-US"/>
        </a:p>
      </dgm:t>
    </dgm:pt>
    <dgm:pt modelId="{0D5867E7-3167-453E-A545-653F87387B73}" type="pres">
      <dgm:prSet presAssocID="{506A9272-7444-4415-ACC3-9FFE177C58DB}" presName="spacing" presStyleCnt="0"/>
      <dgm:spPr/>
    </dgm:pt>
    <dgm:pt modelId="{B3411081-6B49-44C7-A254-4F4841A84079}" type="pres">
      <dgm:prSet presAssocID="{59CA88A0-3A46-4F4B-B881-44015FB3F824}" presName="composite" presStyleCnt="0"/>
      <dgm:spPr/>
    </dgm:pt>
    <dgm:pt modelId="{8761A216-28D1-456B-9A42-95B9068F1AB8}" type="pres">
      <dgm:prSet presAssocID="{59CA88A0-3A46-4F4B-B881-44015FB3F824}" presName="imgShp" presStyleLbl="fgImgPlace1" presStyleIdx="2" presStyleCnt="5"/>
      <dgm:spPr>
        <a:blipFill rotWithShape="1">
          <a:blip xmlns:r="http://schemas.openxmlformats.org/officeDocument/2006/relationships" r:embed="rId3"/>
          <a:stretch>
            <a:fillRect/>
          </a:stretch>
        </a:blipFill>
      </dgm:spPr>
    </dgm:pt>
    <dgm:pt modelId="{1E0E5C07-934A-463D-9C1A-CB0CB955DBC4}" type="pres">
      <dgm:prSet presAssocID="{59CA88A0-3A46-4F4B-B881-44015FB3F824}" presName="txShp" presStyleLbl="node1" presStyleIdx="2" presStyleCnt="5">
        <dgm:presLayoutVars>
          <dgm:bulletEnabled val="1"/>
        </dgm:presLayoutVars>
      </dgm:prSet>
      <dgm:spPr/>
      <dgm:t>
        <a:bodyPr/>
        <a:lstStyle/>
        <a:p>
          <a:endParaRPr lang="en-US"/>
        </a:p>
      </dgm:t>
    </dgm:pt>
    <dgm:pt modelId="{FD0F00D8-08F2-4B29-B27C-FB1E515361BC}" type="pres">
      <dgm:prSet presAssocID="{C2DF40A4-0C10-4F94-A093-4379CCA45B81}" presName="spacing" presStyleCnt="0"/>
      <dgm:spPr/>
    </dgm:pt>
    <dgm:pt modelId="{E1E5D0EA-EFAA-49D0-B9F5-4ADE1AE765DC}" type="pres">
      <dgm:prSet presAssocID="{FE86D4F9-326E-4994-A37F-9EC383404C20}" presName="composite" presStyleCnt="0"/>
      <dgm:spPr/>
    </dgm:pt>
    <dgm:pt modelId="{57597597-4B47-4EED-A18A-1E94D5D19EEC}" type="pres">
      <dgm:prSet presAssocID="{FE86D4F9-326E-4994-A37F-9EC383404C20}" presName="imgShp" presStyleLbl="fgImgPlace1" presStyleIdx="3" presStyleCnt="5"/>
      <dgm:spPr>
        <a:blipFill rotWithShape="1">
          <a:blip xmlns:r="http://schemas.openxmlformats.org/officeDocument/2006/relationships" r:embed="rId4"/>
          <a:stretch>
            <a:fillRect/>
          </a:stretch>
        </a:blipFill>
      </dgm:spPr>
    </dgm:pt>
    <dgm:pt modelId="{CDCFA5FE-A1E8-40A3-AE58-AEE609460DFB}" type="pres">
      <dgm:prSet presAssocID="{FE86D4F9-326E-4994-A37F-9EC383404C20}" presName="txShp" presStyleLbl="node1" presStyleIdx="3" presStyleCnt="5">
        <dgm:presLayoutVars>
          <dgm:bulletEnabled val="1"/>
        </dgm:presLayoutVars>
      </dgm:prSet>
      <dgm:spPr/>
      <dgm:t>
        <a:bodyPr/>
        <a:lstStyle/>
        <a:p>
          <a:endParaRPr lang="en-US"/>
        </a:p>
      </dgm:t>
    </dgm:pt>
    <dgm:pt modelId="{ABD3E1FA-0FC8-4E07-87C6-F1F308D91901}" type="pres">
      <dgm:prSet presAssocID="{FFB47DF7-B050-4250-82A0-9B98C0F600BF}" presName="spacing" presStyleCnt="0"/>
      <dgm:spPr/>
    </dgm:pt>
    <dgm:pt modelId="{EAB43B83-02A9-41DC-B150-AF7395B107F9}" type="pres">
      <dgm:prSet presAssocID="{05D79C63-2210-44EC-899D-8DA8C1E23E7F}" presName="composite" presStyleCnt="0"/>
      <dgm:spPr/>
    </dgm:pt>
    <dgm:pt modelId="{EE8DB98F-7473-4BC8-9353-7D66B8ADA3C0}" type="pres">
      <dgm:prSet presAssocID="{05D79C63-2210-44EC-899D-8DA8C1E23E7F}" presName="imgShp" presStyleLbl="fgImgPlace1" presStyleIdx="4" presStyleCnt="5"/>
      <dgm:spPr>
        <a:blipFill rotWithShape="1">
          <a:blip xmlns:r="http://schemas.openxmlformats.org/officeDocument/2006/relationships" r:embed="rId5"/>
          <a:stretch>
            <a:fillRect/>
          </a:stretch>
        </a:blipFill>
      </dgm:spPr>
    </dgm:pt>
    <dgm:pt modelId="{42198D7B-F5F6-45FA-BB78-D85D9C00D308}" type="pres">
      <dgm:prSet presAssocID="{05D79C63-2210-44EC-899D-8DA8C1E23E7F}" presName="txShp" presStyleLbl="node1" presStyleIdx="4" presStyleCnt="5">
        <dgm:presLayoutVars>
          <dgm:bulletEnabled val="1"/>
        </dgm:presLayoutVars>
      </dgm:prSet>
      <dgm:spPr/>
      <dgm:t>
        <a:bodyPr/>
        <a:lstStyle/>
        <a:p>
          <a:endParaRPr lang="en-US"/>
        </a:p>
      </dgm:t>
    </dgm:pt>
  </dgm:ptLst>
  <dgm:cxnLst>
    <dgm:cxn modelId="{21DF2056-D87E-4870-BC19-0AE2ABBF67D5}" type="presOf" srcId="{950F5866-C3CE-4B18-8435-5A96E87101D9}" destId="{D21CAB75-AFCD-45B4-AECD-C9179E495E56}" srcOrd="0" destOrd="0" presId="urn:microsoft.com/office/officeart/2005/8/layout/vList3"/>
    <dgm:cxn modelId="{3826D6AB-3F53-40B0-AD1B-C4A45C5C8727}" type="presOf" srcId="{FE86D4F9-326E-4994-A37F-9EC383404C20}" destId="{CDCFA5FE-A1E8-40A3-AE58-AEE609460DFB}" srcOrd="0" destOrd="0" presId="urn:microsoft.com/office/officeart/2005/8/layout/vList3"/>
    <dgm:cxn modelId="{9947FFFC-0122-4E2B-890D-B38EACFBAD3B}" srcId="{950F5866-C3CE-4B18-8435-5A96E87101D9}" destId="{0A178AF6-CDD9-4F07-BB07-9C47C7617479}" srcOrd="1" destOrd="0" parTransId="{7565D596-7834-4281-9BF4-B29FB7741041}" sibTransId="{506A9272-7444-4415-ACC3-9FFE177C58DB}"/>
    <dgm:cxn modelId="{ECE30790-3E46-416A-8A40-4F032AFD295E}" type="presOf" srcId="{59CA88A0-3A46-4F4B-B881-44015FB3F824}" destId="{1E0E5C07-934A-463D-9C1A-CB0CB955DBC4}" srcOrd="0" destOrd="0" presId="urn:microsoft.com/office/officeart/2005/8/layout/vList3"/>
    <dgm:cxn modelId="{03931F9D-5D7E-4A11-A89C-5D6181D085AF}" type="presOf" srcId="{32404EC5-5896-43D5-9365-DB4B81A27EBA}" destId="{1B850051-2E47-4F2A-8E78-0DAD113346D1}" srcOrd="0" destOrd="0" presId="urn:microsoft.com/office/officeart/2005/8/layout/vList3"/>
    <dgm:cxn modelId="{8EF05FD1-066F-4C51-8047-CACAB2606D12}" srcId="{950F5866-C3CE-4B18-8435-5A96E87101D9}" destId="{05D79C63-2210-44EC-899D-8DA8C1E23E7F}" srcOrd="4" destOrd="0" parTransId="{FE9132B7-AD29-4E6C-9A52-440940C8F4D6}" sibTransId="{1400AAC4-D283-480F-A420-80157BBACD9B}"/>
    <dgm:cxn modelId="{52D91AC9-811A-4E3B-9DCF-95C8121B8710}" srcId="{950F5866-C3CE-4B18-8435-5A96E87101D9}" destId="{32404EC5-5896-43D5-9365-DB4B81A27EBA}" srcOrd="0" destOrd="0" parTransId="{5C4C346A-6F5E-4C9A-A3F4-43A300140803}" sibTransId="{111DA336-28C8-4F0A-A01F-B6DF8BAB5B01}"/>
    <dgm:cxn modelId="{4C510712-FC32-4BBD-ADBD-E7D1E83C1989}" type="presOf" srcId="{05D79C63-2210-44EC-899D-8DA8C1E23E7F}" destId="{42198D7B-F5F6-45FA-BB78-D85D9C00D308}" srcOrd="0" destOrd="0" presId="urn:microsoft.com/office/officeart/2005/8/layout/vList3"/>
    <dgm:cxn modelId="{D205703F-A3A1-42A7-8339-6530060ADC35}" srcId="{950F5866-C3CE-4B18-8435-5A96E87101D9}" destId="{59CA88A0-3A46-4F4B-B881-44015FB3F824}" srcOrd="2" destOrd="0" parTransId="{994C6F85-3C62-4FAC-826B-265B029195A5}" sibTransId="{C2DF40A4-0C10-4F94-A093-4379CCA45B81}"/>
    <dgm:cxn modelId="{39FA147E-6D3F-48E8-B26D-FAFC8C460A51}" srcId="{950F5866-C3CE-4B18-8435-5A96E87101D9}" destId="{FE86D4F9-326E-4994-A37F-9EC383404C20}" srcOrd="3" destOrd="0" parTransId="{8CB88E9B-5B6D-4FEB-8A9B-BB6401DE5E5B}" sibTransId="{FFB47DF7-B050-4250-82A0-9B98C0F600BF}"/>
    <dgm:cxn modelId="{B9277F91-BFB9-4077-AE03-4A69BE6FC28F}" type="presOf" srcId="{0A178AF6-CDD9-4F07-BB07-9C47C7617479}" destId="{5FAFCD7D-43E0-4E73-87A3-AFD1060E23B1}" srcOrd="0" destOrd="0" presId="urn:microsoft.com/office/officeart/2005/8/layout/vList3"/>
    <dgm:cxn modelId="{112B16C0-E341-448F-943E-83DA81C97ABD}" type="presParOf" srcId="{D21CAB75-AFCD-45B4-AECD-C9179E495E56}" destId="{89920A66-382F-4E77-895D-70FCE643453F}" srcOrd="0" destOrd="0" presId="urn:microsoft.com/office/officeart/2005/8/layout/vList3"/>
    <dgm:cxn modelId="{93FFBDC6-BB94-4FD7-ACA4-0E2ECDE7244C}" type="presParOf" srcId="{89920A66-382F-4E77-895D-70FCE643453F}" destId="{5060173E-3D1B-4CBF-B433-1953B5E3EDEC}" srcOrd="0" destOrd="0" presId="urn:microsoft.com/office/officeart/2005/8/layout/vList3"/>
    <dgm:cxn modelId="{287C6F2B-57FC-440D-B9A0-1D5C39BBEC24}" type="presParOf" srcId="{89920A66-382F-4E77-895D-70FCE643453F}" destId="{1B850051-2E47-4F2A-8E78-0DAD113346D1}" srcOrd="1" destOrd="0" presId="urn:microsoft.com/office/officeart/2005/8/layout/vList3"/>
    <dgm:cxn modelId="{0841B6D6-E5BA-455B-B2FD-7825A0BFCD5D}" type="presParOf" srcId="{D21CAB75-AFCD-45B4-AECD-C9179E495E56}" destId="{5411ED30-0A60-49D7-83D0-C446746F33B5}" srcOrd="1" destOrd="0" presId="urn:microsoft.com/office/officeart/2005/8/layout/vList3"/>
    <dgm:cxn modelId="{EC3D199C-DDF9-40E8-B863-2F19ADBD3943}" type="presParOf" srcId="{D21CAB75-AFCD-45B4-AECD-C9179E495E56}" destId="{15A23B58-3A8E-4828-8418-5BDF19AC1E1C}" srcOrd="2" destOrd="0" presId="urn:microsoft.com/office/officeart/2005/8/layout/vList3"/>
    <dgm:cxn modelId="{898014A4-06E1-4684-B5EC-45E110B8E284}" type="presParOf" srcId="{15A23B58-3A8E-4828-8418-5BDF19AC1E1C}" destId="{A781EACC-C6EE-4D5F-B11A-FEF7E5D19474}" srcOrd="0" destOrd="0" presId="urn:microsoft.com/office/officeart/2005/8/layout/vList3"/>
    <dgm:cxn modelId="{4C8CCBF2-A6B4-4B22-B424-6E7D9743031F}" type="presParOf" srcId="{15A23B58-3A8E-4828-8418-5BDF19AC1E1C}" destId="{5FAFCD7D-43E0-4E73-87A3-AFD1060E23B1}" srcOrd="1" destOrd="0" presId="urn:microsoft.com/office/officeart/2005/8/layout/vList3"/>
    <dgm:cxn modelId="{7FFD6DC4-B914-444C-9632-19F34A0C61E9}" type="presParOf" srcId="{D21CAB75-AFCD-45B4-AECD-C9179E495E56}" destId="{0D5867E7-3167-453E-A545-653F87387B73}" srcOrd="3" destOrd="0" presId="urn:microsoft.com/office/officeart/2005/8/layout/vList3"/>
    <dgm:cxn modelId="{6B500C69-5985-42BE-9F3B-EE4FC12AB36A}" type="presParOf" srcId="{D21CAB75-AFCD-45B4-AECD-C9179E495E56}" destId="{B3411081-6B49-44C7-A254-4F4841A84079}" srcOrd="4" destOrd="0" presId="urn:microsoft.com/office/officeart/2005/8/layout/vList3"/>
    <dgm:cxn modelId="{C80B20CC-60D2-4D91-B93A-D4928C8A1E3D}" type="presParOf" srcId="{B3411081-6B49-44C7-A254-4F4841A84079}" destId="{8761A216-28D1-456B-9A42-95B9068F1AB8}" srcOrd="0" destOrd="0" presId="urn:microsoft.com/office/officeart/2005/8/layout/vList3"/>
    <dgm:cxn modelId="{95AEFF12-E3E9-4191-8CDB-3C04662AE702}" type="presParOf" srcId="{B3411081-6B49-44C7-A254-4F4841A84079}" destId="{1E0E5C07-934A-463D-9C1A-CB0CB955DBC4}" srcOrd="1" destOrd="0" presId="urn:microsoft.com/office/officeart/2005/8/layout/vList3"/>
    <dgm:cxn modelId="{88019F27-833F-4D3A-9AF5-4CB910B6641B}" type="presParOf" srcId="{D21CAB75-AFCD-45B4-AECD-C9179E495E56}" destId="{FD0F00D8-08F2-4B29-B27C-FB1E515361BC}" srcOrd="5" destOrd="0" presId="urn:microsoft.com/office/officeart/2005/8/layout/vList3"/>
    <dgm:cxn modelId="{DB5CF49F-D709-4293-B221-A3CD3EA82C00}" type="presParOf" srcId="{D21CAB75-AFCD-45B4-AECD-C9179E495E56}" destId="{E1E5D0EA-EFAA-49D0-B9F5-4ADE1AE765DC}" srcOrd="6" destOrd="0" presId="urn:microsoft.com/office/officeart/2005/8/layout/vList3"/>
    <dgm:cxn modelId="{4B7E5D4C-FBE8-484A-A0CB-A95E4FDCB962}" type="presParOf" srcId="{E1E5D0EA-EFAA-49D0-B9F5-4ADE1AE765DC}" destId="{57597597-4B47-4EED-A18A-1E94D5D19EEC}" srcOrd="0" destOrd="0" presId="urn:microsoft.com/office/officeart/2005/8/layout/vList3"/>
    <dgm:cxn modelId="{1D03A0A4-08B0-4AB3-95E5-F127E036E9A5}" type="presParOf" srcId="{E1E5D0EA-EFAA-49D0-B9F5-4ADE1AE765DC}" destId="{CDCFA5FE-A1E8-40A3-AE58-AEE609460DFB}" srcOrd="1" destOrd="0" presId="urn:microsoft.com/office/officeart/2005/8/layout/vList3"/>
    <dgm:cxn modelId="{2AC14997-9CC4-4837-9023-92FC2A1A66F3}" type="presParOf" srcId="{D21CAB75-AFCD-45B4-AECD-C9179E495E56}" destId="{ABD3E1FA-0FC8-4E07-87C6-F1F308D91901}" srcOrd="7" destOrd="0" presId="urn:microsoft.com/office/officeart/2005/8/layout/vList3"/>
    <dgm:cxn modelId="{27E36D6B-A32D-4E9A-B14F-5337A9836508}" type="presParOf" srcId="{D21CAB75-AFCD-45B4-AECD-C9179E495E56}" destId="{EAB43B83-02A9-41DC-B150-AF7395B107F9}" srcOrd="8" destOrd="0" presId="urn:microsoft.com/office/officeart/2005/8/layout/vList3"/>
    <dgm:cxn modelId="{F630739B-C927-4CBF-AD13-C691B5B60B0D}" type="presParOf" srcId="{EAB43B83-02A9-41DC-B150-AF7395B107F9}" destId="{EE8DB98F-7473-4BC8-9353-7D66B8ADA3C0}" srcOrd="0" destOrd="0" presId="urn:microsoft.com/office/officeart/2005/8/layout/vList3"/>
    <dgm:cxn modelId="{9A2AF520-FB0A-4D23-95E3-9FAE000C169C}" type="presParOf" srcId="{EAB43B83-02A9-41DC-B150-AF7395B107F9}" destId="{42198D7B-F5F6-45FA-BB78-D85D9C00D308}"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0B801D-92BC-415B-B0B8-3EB69FEA198C}" type="doc">
      <dgm:prSet loTypeId="urn:microsoft.com/office/officeart/2005/8/layout/chevron2" loCatId="list" qsTypeId="urn:microsoft.com/office/officeart/2005/8/quickstyle/3d3" qsCatId="3D" csTypeId="urn:microsoft.com/office/officeart/2005/8/colors/accent0_3" csCatId="mainScheme" phldr="1"/>
      <dgm:spPr/>
      <dgm:t>
        <a:bodyPr/>
        <a:lstStyle/>
        <a:p>
          <a:endParaRPr lang="en-US"/>
        </a:p>
      </dgm:t>
    </dgm:pt>
    <dgm:pt modelId="{37A4D56D-EBAE-412D-94EA-BB54844AC4C0}">
      <dgm:prSet phldrT="[Text]"/>
      <dgm:spPr/>
      <dgm:t>
        <a:bodyPr/>
        <a:lstStyle/>
        <a:p>
          <a:r>
            <a:rPr lang="en-US" b="1" dirty="0" smtClean="0">
              <a:solidFill>
                <a:schemeClr val="tx1">
                  <a:lumMod val="10000"/>
                </a:schemeClr>
              </a:solidFill>
              <a:latin typeface="Times New Roman" panose="02020603050405020304" pitchFamily="18" charset="0"/>
              <a:cs typeface="Times New Roman" panose="02020603050405020304" pitchFamily="18" charset="0"/>
            </a:rPr>
            <a:t>Project Objective</a:t>
          </a:r>
          <a:endParaRPr lang="en-US" dirty="0">
            <a:solidFill>
              <a:schemeClr val="tx1">
                <a:lumMod val="10000"/>
              </a:schemeClr>
            </a:solidFill>
            <a:latin typeface="Times New Roman" panose="02020603050405020304" pitchFamily="18" charset="0"/>
            <a:cs typeface="Times New Roman" panose="02020603050405020304" pitchFamily="18" charset="0"/>
          </a:endParaRPr>
        </a:p>
      </dgm:t>
    </dgm:pt>
    <dgm:pt modelId="{FEDF5BC1-742D-4E42-859A-9A0556E364D8}" type="parTrans" cxnId="{9FCD7757-9D49-45AF-AF65-A9AA9F150718}">
      <dgm:prSet/>
      <dgm:spPr/>
      <dgm:t>
        <a:bodyPr/>
        <a:lstStyle/>
        <a:p>
          <a:endParaRPr lang="en-US"/>
        </a:p>
      </dgm:t>
    </dgm:pt>
    <dgm:pt modelId="{6EECFF8E-8D05-4786-9212-0447755719FE}" type="sibTrans" cxnId="{9FCD7757-9D49-45AF-AF65-A9AA9F150718}">
      <dgm:prSet/>
      <dgm:spPr/>
      <dgm:t>
        <a:bodyPr/>
        <a:lstStyle/>
        <a:p>
          <a:endParaRPr lang="en-US"/>
        </a:p>
      </dgm:t>
    </dgm:pt>
    <dgm:pt modelId="{DB2706C1-7E05-41FF-ACFA-7A87B60BF33D}">
      <dgm:prSet phldrT="[Text]" custT="1"/>
      <dgm:spPr/>
      <dgm:t>
        <a:bodyPr/>
        <a:lstStyle/>
        <a:p>
          <a:pPr algn="l" rtl="0"/>
          <a:r>
            <a:rPr lang="en-US" sz="2000" b="0" dirty="0" smtClean="0">
              <a:solidFill>
                <a:schemeClr val="bg1">
                  <a:lumMod val="50000"/>
                </a:schemeClr>
              </a:solidFill>
              <a:latin typeface="Times New Roman" panose="02020603050405020304" pitchFamily="18" charset="0"/>
              <a:cs typeface="Times New Roman" panose="02020603050405020304" pitchFamily="18" charset="0"/>
            </a:rPr>
            <a:t>The project aims to design and develop an intelligent robotic system for harvesting apples, utilizing artificial intelligence and computer vision technologies. This enables the precise detection and localization of the fruit, facilitating automated harvesting, reducing human effort, and preserving the quality of the produce.</a:t>
          </a:r>
          <a:endParaRPr lang="en-US" sz="2000" b="0" dirty="0">
            <a:solidFill>
              <a:schemeClr val="bg1">
                <a:lumMod val="50000"/>
              </a:schemeClr>
            </a:solidFill>
            <a:latin typeface="Times New Roman" panose="02020603050405020304" pitchFamily="18" charset="0"/>
            <a:cs typeface="Times New Roman" panose="02020603050405020304" pitchFamily="18" charset="0"/>
          </a:endParaRPr>
        </a:p>
      </dgm:t>
    </dgm:pt>
    <dgm:pt modelId="{52835B72-E08E-4E2D-A667-726748FDCEFA}" type="parTrans" cxnId="{6E34AFB5-514F-4C35-87F7-15E87537430A}">
      <dgm:prSet/>
      <dgm:spPr/>
      <dgm:t>
        <a:bodyPr/>
        <a:lstStyle/>
        <a:p>
          <a:endParaRPr lang="en-US"/>
        </a:p>
      </dgm:t>
    </dgm:pt>
    <dgm:pt modelId="{99361651-81A7-4A2C-8B9D-0C7CE993D73B}" type="sibTrans" cxnId="{6E34AFB5-514F-4C35-87F7-15E87537430A}">
      <dgm:prSet/>
      <dgm:spPr/>
      <dgm:t>
        <a:bodyPr/>
        <a:lstStyle/>
        <a:p>
          <a:endParaRPr lang="en-US"/>
        </a:p>
      </dgm:t>
    </dgm:pt>
    <dgm:pt modelId="{742287D4-251E-4C2B-95BA-B81DE0E28294}">
      <dgm:prSet phldrT="[Text]" custT="1"/>
      <dgm:spPr/>
      <dgm:t>
        <a:bodyPr/>
        <a:lstStyle/>
        <a:p>
          <a:pPr algn="just" rtl="0"/>
          <a:r>
            <a:rPr lang="en-US" sz="1800" dirty="0" smtClean="0">
              <a:solidFill>
                <a:schemeClr val="bg1">
                  <a:lumMod val="50000"/>
                </a:schemeClr>
              </a:solidFill>
              <a:latin typeface="Times New Roman" panose="02020603050405020304" pitchFamily="18" charset="0"/>
              <a:cs typeface="Times New Roman" panose="02020603050405020304" pitchFamily="18" charset="0"/>
            </a:rPr>
            <a:t>The project concept involves developing a mobile robot equipped with a robotic arm, a gripper, and a camera. Deep learning algorithms, such as YOLO, are used to detect apples, while depth data is leveraged to determine their 3D coordinates. The current phase focuses on simulating the system using ROS 2 and Gazebo to test vision algorithms and the integration of system components before proceeding to practical implementation.</a:t>
          </a:r>
          <a:endParaRPr lang="en-US" sz="1600" dirty="0">
            <a:solidFill>
              <a:schemeClr val="bg1">
                <a:lumMod val="50000"/>
              </a:schemeClr>
            </a:solidFill>
            <a:latin typeface="Times New Roman" panose="02020603050405020304" pitchFamily="18" charset="0"/>
            <a:cs typeface="Times New Roman" panose="02020603050405020304" pitchFamily="18" charset="0"/>
          </a:endParaRPr>
        </a:p>
      </dgm:t>
    </dgm:pt>
    <dgm:pt modelId="{9B850282-FA18-464B-BBC6-ECB706BEBE44}" type="parTrans" cxnId="{DE89DAAF-726F-4475-AA30-8274558D638F}">
      <dgm:prSet/>
      <dgm:spPr/>
      <dgm:t>
        <a:bodyPr/>
        <a:lstStyle/>
        <a:p>
          <a:endParaRPr lang="en-US"/>
        </a:p>
      </dgm:t>
    </dgm:pt>
    <dgm:pt modelId="{D30ABDA2-C2CE-4089-84CD-B4B5B286FD89}" type="sibTrans" cxnId="{DE89DAAF-726F-4475-AA30-8274558D638F}">
      <dgm:prSet/>
      <dgm:spPr/>
      <dgm:t>
        <a:bodyPr/>
        <a:lstStyle/>
        <a:p>
          <a:endParaRPr lang="en-US"/>
        </a:p>
      </dgm:t>
    </dgm:pt>
    <dgm:pt modelId="{1F298498-9BA0-4F36-AA70-3328724748EC}">
      <dgm:prSet phldrT="[Text]" custT="1"/>
      <dgm:spPr/>
      <dgm:t>
        <a:bodyPr/>
        <a:lstStyle/>
        <a:p>
          <a:r>
            <a:rPr lang="en-US" sz="2800" b="1" dirty="0" smtClean="0">
              <a:solidFill>
                <a:schemeClr val="bg1">
                  <a:lumMod val="50000"/>
                </a:schemeClr>
              </a:solidFill>
              <a:latin typeface="Times New Roman" panose="02020603050405020304" pitchFamily="18" charset="0"/>
              <a:cs typeface="Times New Roman" panose="02020603050405020304" pitchFamily="18" charset="0"/>
            </a:rPr>
            <a:t>Steps</a:t>
          </a:r>
          <a:endParaRPr lang="en-US" sz="2800" b="1" dirty="0">
            <a:solidFill>
              <a:schemeClr val="bg1">
                <a:lumMod val="50000"/>
              </a:schemeClr>
            </a:solidFill>
            <a:latin typeface="Times New Roman" panose="02020603050405020304" pitchFamily="18" charset="0"/>
            <a:cs typeface="Times New Roman" panose="02020603050405020304" pitchFamily="18" charset="0"/>
          </a:endParaRPr>
        </a:p>
      </dgm:t>
    </dgm:pt>
    <dgm:pt modelId="{A14EB296-67CE-4910-87D1-5A99DFB1574F}" type="parTrans" cxnId="{B30BE641-8FF9-4206-8610-60F1122D49FB}">
      <dgm:prSet/>
      <dgm:spPr/>
      <dgm:t>
        <a:bodyPr/>
        <a:lstStyle/>
        <a:p>
          <a:endParaRPr lang="en-US"/>
        </a:p>
      </dgm:t>
    </dgm:pt>
    <dgm:pt modelId="{D63C2893-EDC8-456A-B11E-172B549E7C81}" type="sibTrans" cxnId="{B30BE641-8FF9-4206-8610-60F1122D49FB}">
      <dgm:prSet/>
      <dgm:spPr/>
      <dgm:t>
        <a:bodyPr/>
        <a:lstStyle/>
        <a:p>
          <a:endParaRPr lang="en-US"/>
        </a:p>
      </dgm:t>
    </dgm:pt>
    <dgm:pt modelId="{63ABEC0F-F989-4F16-863F-D261EB1856B5}">
      <dgm:prSet phldrT="[Text]" custT="1"/>
      <dgm:spPr/>
      <dgm:t>
        <a:bodyPr/>
        <a:lstStyle/>
        <a:p>
          <a:pPr algn="just" rtl="0"/>
          <a:r>
            <a:rPr lang="en-US" sz="1800" b="0" smtClean="0">
              <a:solidFill>
                <a:schemeClr val="bg1">
                  <a:lumMod val="50000"/>
                </a:schemeClr>
              </a:solidFill>
              <a:latin typeface="Times New Roman" panose="02020603050405020304" pitchFamily="18" charset="0"/>
              <a:cs typeface="Times New Roman" panose="02020603050405020304" pitchFamily="18" charset="0"/>
            </a:rPr>
            <a:t>Reviewing previous research on agricultural robotics and fruit-detection algorithms.</a:t>
          </a:r>
          <a:endParaRPr lang="en-US" sz="1800" b="0" dirty="0">
            <a:solidFill>
              <a:schemeClr val="bg1">
                <a:lumMod val="50000"/>
              </a:schemeClr>
            </a:solidFill>
            <a:latin typeface="Times New Roman" panose="02020603050405020304" pitchFamily="18" charset="0"/>
            <a:cs typeface="Times New Roman" panose="02020603050405020304" pitchFamily="18" charset="0"/>
          </a:endParaRPr>
        </a:p>
      </dgm:t>
    </dgm:pt>
    <dgm:pt modelId="{6D457AA8-BCF2-4FEF-BF91-05CF596B914D}" type="parTrans" cxnId="{380A0DD3-990B-47DB-A85D-DCA8CFF798B0}">
      <dgm:prSet/>
      <dgm:spPr/>
      <dgm:t>
        <a:bodyPr/>
        <a:lstStyle/>
        <a:p>
          <a:endParaRPr lang="en-US"/>
        </a:p>
      </dgm:t>
    </dgm:pt>
    <dgm:pt modelId="{B49C269D-E19E-43A7-88D2-A16E29D0A818}" type="sibTrans" cxnId="{380A0DD3-990B-47DB-A85D-DCA8CFF798B0}">
      <dgm:prSet/>
      <dgm:spPr/>
      <dgm:t>
        <a:bodyPr/>
        <a:lstStyle/>
        <a:p>
          <a:endParaRPr lang="en-US"/>
        </a:p>
      </dgm:t>
    </dgm:pt>
    <dgm:pt modelId="{A2FFE427-3551-4D95-B070-BFBD1C9FA72C}">
      <dgm:prSet phldrT="[Text]"/>
      <dgm:spPr/>
      <dgm:t>
        <a:bodyPr/>
        <a:lstStyle/>
        <a:p>
          <a:r>
            <a:rPr lang="en-US" b="1" dirty="0" smtClean="0">
              <a:solidFill>
                <a:schemeClr val="tx1">
                  <a:lumMod val="10000"/>
                </a:schemeClr>
              </a:solidFill>
              <a:latin typeface="Times New Roman" panose="02020603050405020304" pitchFamily="18" charset="0"/>
              <a:cs typeface="Times New Roman" panose="02020603050405020304" pitchFamily="18" charset="0"/>
            </a:rPr>
            <a:t>Project Description</a:t>
          </a:r>
          <a:endParaRPr lang="en-US" dirty="0">
            <a:solidFill>
              <a:schemeClr val="tx1">
                <a:lumMod val="10000"/>
              </a:schemeClr>
            </a:solidFill>
            <a:latin typeface="Times New Roman" panose="02020603050405020304" pitchFamily="18" charset="0"/>
            <a:cs typeface="Times New Roman" panose="02020603050405020304" pitchFamily="18" charset="0"/>
          </a:endParaRPr>
        </a:p>
      </dgm:t>
    </dgm:pt>
    <dgm:pt modelId="{8DB0CA61-EF0A-40A8-BCF0-02EA57D2841D}" type="sibTrans" cxnId="{52AE8259-B898-4DF0-A3BF-7EEAC1BB0D6C}">
      <dgm:prSet/>
      <dgm:spPr/>
      <dgm:t>
        <a:bodyPr/>
        <a:lstStyle/>
        <a:p>
          <a:endParaRPr lang="en-US"/>
        </a:p>
      </dgm:t>
    </dgm:pt>
    <dgm:pt modelId="{5EB33840-C545-4534-BE07-9C389E7D425C}" type="parTrans" cxnId="{52AE8259-B898-4DF0-A3BF-7EEAC1BB0D6C}">
      <dgm:prSet/>
      <dgm:spPr/>
      <dgm:t>
        <a:bodyPr/>
        <a:lstStyle/>
        <a:p>
          <a:endParaRPr lang="en-US"/>
        </a:p>
      </dgm:t>
    </dgm:pt>
    <dgm:pt modelId="{89DFE64B-48BC-4E03-8E5A-733B81A620B1}">
      <dgm:prSet custT="1"/>
      <dgm:spPr/>
      <dgm:t>
        <a:bodyPr/>
        <a:lstStyle/>
        <a:p>
          <a:pPr algn="just" rtl="0"/>
          <a:r>
            <a:rPr lang="en-US" sz="1800" b="0" dirty="0" smtClean="0">
              <a:solidFill>
                <a:schemeClr val="bg1">
                  <a:lumMod val="50000"/>
                </a:schemeClr>
              </a:solidFill>
              <a:latin typeface="Times New Roman" panose="02020603050405020304" pitchFamily="18" charset="0"/>
              <a:cs typeface="Times New Roman" panose="02020603050405020304" pitchFamily="18" charset="0"/>
            </a:rPr>
            <a:t>Defining technical requirements and establishing the specifications for the robotic system.</a:t>
          </a:r>
        </a:p>
      </dgm:t>
    </dgm:pt>
    <dgm:pt modelId="{EFF79746-896C-40BC-8BF0-5002484A971B}" type="parTrans" cxnId="{5EF127B3-472D-46D2-A722-7CF2926A6BA0}">
      <dgm:prSet/>
      <dgm:spPr/>
      <dgm:t>
        <a:bodyPr/>
        <a:lstStyle/>
        <a:p>
          <a:endParaRPr lang="en-US"/>
        </a:p>
      </dgm:t>
    </dgm:pt>
    <dgm:pt modelId="{9B7DD3A7-4F9A-400A-89FF-84D9AFD74A36}" type="sibTrans" cxnId="{5EF127B3-472D-46D2-A722-7CF2926A6BA0}">
      <dgm:prSet/>
      <dgm:spPr/>
      <dgm:t>
        <a:bodyPr/>
        <a:lstStyle/>
        <a:p>
          <a:endParaRPr lang="en-US"/>
        </a:p>
      </dgm:t>
    </dgm:pt>
    <dgm:pt modelId="{D6AFD8E4-D96D-4E7D-88F5-3FEAD1E967E9}">
      <dgm:prSet custT="1"/>
      <dgm:spPr/>
      <dgm:t>
        <a:bodyPr/>
        <a:lstStyle/>
        <a:p>
          <a:pPr algn="just" rtl="0"/>
          <a:r>
            <a:rPr lang="en-US" sz="1800" b="0" dirty="0" smtClean="0">
              <a:solidFill>
                <a:schemeClr val="bg1">
                  <a:lumMod val="50000"/>
                </a:schemeClr>
              </a:solidFill>
              <a:latin typeface="Times New Roman" panose="02020603050405020304" pitchFamily="18" charset="0"/>
              <a:cs typeface="Times New Roman" panose="02020603050405020304" pitchFamily="18" charset="0"/>
            </a:rPr>
            <a:t>Creating an agricultural simulation environment using Gazebo—incorporating the robot and apple trees—setting up the ROS2 framework, and integrating the robot’s components.</a:t>
          </a:r>
        </a:p>
      </dgm:t>
    </dgm:pt>
    <dgm:pt modelId="{F81E6BF2-644A-4F36-AB69-7191F71AF1D2}" type="parTrans" cxnId="{F59CF8CA-D9A1-4DB2-97D7-92B7EA1A3788}">
      <dgm:prSet/>
      <dgm:spPr/>
      <dgm:t>
        <a:bodyPr/>
        <a:lstStyle/>
        <a:p>
          <a:endParaRPr lang="en-US"/>
        </a:p>
      </dgm:t>
    </dgm:pt>
    <dgm:pt modelId="{D7F8BEAF-20B4-4FED-8519-0279D8F323F7}" type="sibTrans" cxnId="{F59CF8CA-D9A1-4DB2-97D7-92B7EA1A3788}">
      <dgm:prSet/>
      <dgm:spPr/>
      <dgm:t>
        <a:bodyPr/>
        <a:lstStyle/>
        <a:p>
          <a:endParaRPr lang="en-US"/>
        </a:p>
      </dgm:t>
    </dgm:pt>
    <dgm:pt modelId="{AEFFBF8B-F24A-431D-AF77-94BD7C7B2540}">
      <dgm:prSet custT="1"/>
      <dgm:spPr/>
      <dgm:t>
        <a:bodyPr/>
        <a:lstStyle/>
        <a:p>
          <a:pPr algn="just" rtl="0"/>
          <a:r>
            <a:rPr lang="en-US" sz="1800" b="0" dirty="0" smtClean="0">
              <a:solidFill>
                <a:schemeClr val="bg1">
                  <a:lumMod val="50000"/>
                </a:schemeClr>
              </a:solidFill>
              <a:latin typeface="Times New Roman" panose="02020603050405020304" pitchFamily="18" charset="0"/>
              <a:cs typeface="Times New Roman" panose="02020603050405020304" pitchFamily="18" charset="0"/>
            </a:rPr>
            <a:t>Developing a fruit-detection algorithm using YOLO.</a:t>
          </a:r>
        </a:p>
      </dgm:t>
    </dgm:pt>
    <dgm:pt modelId="{F1394A25-FCB5-4FDE-B016-73547BE94D58}" type="parTrans" cxnId="{F1EF77A2-A6DB-49F5-B175-18FD4CD5A912}">
      <dgm:prSet/>
      <dgm:spPr/>
      <dgm:t>
        <a:bodyPr/>
        <a:lstStyle/>
        <a:p>
          <a:endParaRPr lang="en-US"/>
        </a:p>
      </dgm:t>
    </dgm:pt>
    <dgm:pt modelId="{E8E2E3D9-8A3B-45F6-A9EE-C6CB598810F4}" type="sibTrans" cxnId="{F1EF77A2-A6DB-49F5-B175-18FD4CD5A912}">
      <dgm:prSet/>
      <dgm:spPr/>
      <dgm:t>
        <a:bodyPr/>
        <a:lstStyle/>
        <a:p>
          <a:endParaRPr lang="en-US"/>
        </a:p>
      </dgm:t>
    </dgm:pt>
    <dgm:pt modelId="{21412516-2643-460D-9265-22C7BBE826AB}">
      <dgm:prSet custT="1"/>
      <dgm:spPr/>
      <dgm:t>
        <a:bodyPr/>
        <a:lstStyle/>
        <a:p>
          <a:pPr algn="just" rtl="0"/>
          <a:r>
            <a:rPr lang="en-US" sz="1800" b="0" dirty="0" smtClean="0">
              <a:solidFill>
                <a:schemeClr val="bg1">
                  <a:lumMod val="50000"/>
                </a:schemeClr>
              </a:solidFill>
              <a:latin typeface="Times New Roman" panose="02020603050405020304" pitchFamily="18" charset="0"/>
              <a:cs typeface="Times New Roman" panose="02020603050405020304" pitchFamily="18" charset="0"/>
            </a:rPr>
            <a:t>Testing system performance, evaluating detection accuracy, localization precision, and processing speed.</a:t>
          </a:r>
        </a:p>
      </dgm:t>
    </dgm:pt>
    <dgm:pt modelId="{7D03B3F7-8B5E-413A-BBF3-F20B88620A2C}" type="parTrans" cxnId="{81056813-4F30-4D64-846A-6AE9313C5603}">
      <dgm:prSet/>
      <dgm:spPr/>
      <dgm:t>
        <a:bodyPr/>
        <a:lstStyle/>
        <a:p>
          <a:endParaRPr lang="en-US"/>
        </a:p>
      </dgm:t>
    </dgm:pt>
    <dgm:pt modelId="{C1E79B6F-2CCF-4BAF-897D-A8D40943E412}" type="sibTrans" cxnId="{81056813-4F30-4D64-846A-6AE9313C5603}">
      <dgm:prSet/>
      <dgm:spPr/>
      <dgm:t>
        <a:bodyPr/>
        <a:lstStyle/>
        <a:p>
          <a:endParaRPr lang="en-US"/>
        </a:p>
      </dgm:t>
    </dgm:pt>
    <dgm:pt modelId="{3633C4CE-6B41-4E62-A163-2D043D448DCB}">
      <dgm:prSet custT="1"/>
      <dgm:spPr/>
      <dgm:t>
        <a:bodyPr/>
        <a:lstStyle/>
        <a:p>
          <a:pPr algn="just" rtl="0"/>
          <a:r>
            <a:rPr lang="en-US" sz="1800" b="0" dirty="0" smtClean="0">
              <a:solidFill>
                <a:schemeClr val="bg1">
                  <a:lumMod val="50000"/>
                </a:schemeClr>
              </a:solidFill>
              <a:latin typeface="Times New Roman" panose="02020603050405020304" pitchFamily="18" charset="0"/>
              <a:cs typeface="Times New Roman" panose="02020603050405020304" pitchFamily="18" charset="0"/>
            </a:rPr>
            <a:t>Refining the model and transitioning to practical, real-world implementation in subsequent stages.</a:t>
          </a:r>
        </a:p>
      </dgm:t>
    </dgm:pt>
    <dgm:pt modelId="{8D3F7CB7-3F93-4AA2-9744-70E27A14CE49}" type="parTrans" cxnId="{99EE1776-75E1-4A5F-9356-241271D6E22A}">
      <dgm:prSet/>
      <dgm:spPr/>
      <dgm:t>
        <a:bodyPr/>
        <a:lstStyle/>
        <a:p>
          <a:endParaRPr lang="en-US"/>
        </a:p>
      </dgm:t>
    </dgm:pt>
    <dgm:pt modelId="{BA2B29F3-D057-4558-B74F-08A0D3241129}" type="sibTrans" cxnId="{99EE1776-75E1-4A5F-9356-241271D6E22A}">
      <dgm:prSet/>
      <dgm:spPr/>
      <dgm:t>
        <a:bodyPr/>
        <a:lstStyle/>
        <a:p>
          <a:endParaRPr lang="en-US"/>
        </a:p>
      </dgm:t>
    </dgm:pt>
    <dgm:pt modelId="{4385F374-3167-466C-97CB-FD01D40639C0}" type="pres">
      <dgm:prSet presAssocID="{280B801D-92BC-415B-B0B8-3EB69FEA198C}" presName="linearFlow" presStyleCnt="0">
        <dgm:presLayoutVars>
          <dgm:dir/>
          <dgm:animLvl val="lvl"/>
          <dgm:resizeHandles val="exact"/>
        </dgm:presLayoutVars>
      </dgm:prSet>
      <dgm:spPr/>
      <dgm:t>
        <a:bodyPr/>
        <a:lstStyle/>
        <a:p>
          <a:endParaRPr lang="en-US"/>
        </a:p>
      </dgm:t>
    </dgm:pt>
    <dgm:pt modelId="{23BAEC58-2001-40F8-B3E7-FEA9F5635B7E}" type="pres">
      <dgm:prSet presAssocID="{37A4D56D-EBAE-412D-94EA-BB54844AC4C0}" presName="composite" presStyleCnt="0"/>
      <dgm:spPr/>
    </dgm:pt>
    <dgm:pt modelId="{F9162542-2C49-4DF1-B5A6-F7084856B15D}" type="pres">
      <dgm:prSet presAssocID="{37A4D56D-EBAE-412D-94EA-BB54844AC4C0}" presName="parentText" presStyleLbl="alignNode1" presStyleIdx="0" presStyleCnt="3">
        <dgm:presLayoutVars>
          <dgm:chMax val="1"/>
          <dgm:bulletEnabled val="1"/>
        </dgm:presLayoutVars>
      </dgm:prSet>
      <dgm:spPr/>
      <dgm:t>
        <a:bodyPr/>
        <a:lstStyle/>
        <a:p>
          <a:endParaRPr lang="en-US"/>
        </a:p>
      </dgm:t>
    </dgm:pt>
    <dgm:pt modelId="{34AA9C1C-55AF-4FFC-A0E2-3598071E67CA}" type="pres">
      <dgm:prSet presAssocID="{37A4D56D-EBAE-412D-94EA-BB54844AC4C0}" presName="descendantText" presStyleLbl="alignAcc1" presStyleIdx="0" presStyleCnt="3" custLinFactNeighborX="1543" custLinFactNeighborY="4035">
        <dgm:presLayoutVars>
          <dgm:bulletEnabled val="1"/>
        </dgm:presLayoutVars>
      </dgm:prSet>
      <dgm:spPr/>
      <dgm:t>
        <a:bodyPr/>
        <a:lstStyle/>
        <a:p>
          <a:endParaRPr lang="en-US"/>
        </a:p>
      </dgm:t>
    </dgm:pt>
    <dgm:pt modelId="{5AEBBDE0-04BC-4A7E-8EAA-E58C3899DD6A}" type="pres">
      <dgm:prSet presAssocID="{6EECFF8E-8D05-4786-9212-0447755719FE}" presName="sp" presStyleCnt="0"/>
      <dgm:spPr/>
    </dgm:pt>
    <dgm:pt modelId="{9477484A-91DF-4460-BF32-8AA1E71C92D8}" type="pres">
      <dgm:prSet presAssocID="{A2FFE427-3551-4D95-B070-BFBD1C9FA72C}" presName="composite" presStyleCnt="0"/>
      <dgm:spPr/>
    </dgm:pt>
    <dgm:pt modelId="{CE723C8B-B2B7-4526-9EA6-383214682C6D}" type="pres">
      <dgm:prSet presAssocID="{A2FFE427-3551-4D95-B070-BFBD1C9FA72C}" presName="parentText" presStyleLbl="alignNode1" presStyleIdx="1" presStyleCnt="3">
        <dgm:presLayoutVars>
          <dgm:chMax val="1"/>
          <dgm:bulletEnabled val="1"/>
        </dgm:presLayoutVars>
      </dgm:prSet>
      <dgm:spPr/>
      <dgm:t>
        <a:bodyPr/>
        <a:lstStyle/>
        <a:p>
          <a:endParaRPr lang="en-US"/>
        </a:p>
      </dgm:t>
    </dgm:pt>
    <dgm:pt modelId="{FEF933FC-8CD5-4FCD-A40C-2FC410602B67}" type="pres">
      <dgm:prSet presAssocID="{A2FFE427-3551-4D95-B070-BFBD1C9FA72C}" presName="descendantText" presStyleLbl="alignAcc1" presStyleIdx="1" presStyleCnt="3" custLinFactNeighborX="0">
        <dgm:presLayoutVars>
          <dgm:bulletEnabled val="1"/>
        </dgm:presLayoutVars>
      </dgm:prSet>
      <dgm:spPr/>
      <dgm:t>
        <a:bodyPr/>
        <a:lstStyle/>
        <a:p>
          <a:endParaRPr lang="en-US"/>
        </a:p>
      </dgm:t>
    </dgm:pt>
    <dgm:pt modelId="{2869DB6C-0F44-4218-AD9E-E58B72DC0D5C}" type="pres">
      <dgm:prSet presAssocID="{8DB0CA61-EF0A-40A8-BCF0-02EA57D2841D}" presName="sp" presStyleCnt="0"/>
      <dgm:spPr/>
    </dgm:pt>
    <dgm:pt modelId="{B4AFD90D-BBA9-4D88-955F-5D1E6710883F}" type="pres">
      <dgm:prSet presAssocID="{1F298498-9BA0-4F36-AA70-3328724748EC}" presName="composite" presStyleCnt="0"/>
      <dgm:spPr/>
    </dgm:pt>
    <dgm:pt modelId="{B81D9C51-C0C8-471D-82C6-86F1AF1D0309}" type="pres">
      <dgm:prSet presAssocID="{1F298498-9BA0-4F36-AA70-3328724748EC}" presName="parentText" presStyleLbl="alignNode1" presStyleIdx="2" presStyleCnt="3" custScaleY="147344" custLinFactNeighborX="-6650" custLinFactNeighborY="344">
        <dgm:presLayoutVars>
          <dgm:chMax val="1"/>
          <dgm:bulletEnabled val="1"/>
        </dgm:presLayoutVars>
      </dgm:prSet>
      <dgm:spPr/>
      <dgm:t>
        <a:bodyPr/>
        <a:lstStyle/>
        <a:p>
          <a:endParaRPr lang="en-US"/>
        </a:p>
      </dgm:t>
    </dgm:pt>
    <dgm:pt modelId="{5DB509BE-F922-4D65-AA02-9BD6E9EB3E20}" type="pres">
      <dgm:prSet presAssocID="{1F298498-9BA0-4F36-AA70-3328724748EC}" presName="descendantText" presStyleLbl="alignAcc1" presStyleIdx="2" presStyleCnt="3" custScaleX="101415" custScaleY="172802" custLinFactNeighborY="15234">
        <dgm:presLayoutVars>
          <dgm:bulletEnabled val="1"/>
        </dgm:presLayoutVars>
      </dgm:prSet>
      <dgm:spPr/>
      <dgm:t>
        <a:bodyPr/>
        <a:lstStyle/>
        <a:p>
          <a:endParaRPr lang="en-US"/>
        </a:p>
      </dgm:t>
    </dgm:pt>
  </dgm:ptLst>
  <dgm:cxnLst>
    <dgm:cxn modelId="{81056813-4F30-4D64-846A-6AE9313C5603}" srcId="{1F298498-9BA0-4F36-AA70-3328724748EC}" destId="{21412516-2643-460D-9265-22C7BBE826AB}" srcOrd="4" destOrd="0" parTransId="{7D03B3F7-8B5E-413A-BBF3-F20B88620A2C}" sibTransId="{C1E79B6F-2CCF-4BAF-897D-A8D40943E412}"/>
    <dgm:cxn modelId="{6E40C8D2-3EB0-4605-91CA-2B1D104F6A25}" type="presOf" srcId="{DB2706C1-7E05-41FF-ACFA-7A87B60BF33D}" destId="{34AA9C1C-55AF-4FFC-A0E2-3598071E67CA}" srcOrd="0" destOrd="0" presId="urn:microsoft.com/office/officeart/2005/8/layout/chevron2"/>
    <dgm:cxn modelId="{F59CF8CA-D9A1-4DB2-97D7-92B7EA1A3788}" srcId="{1F298498-9BA0-4F36-AA70-3328724748EC}" destId="{D6AFD8E4-D96D-4E7D-88F5-3FEAD1E967E9}" srcOrd="2" destOrd="0" parTransId="{F81E6BF2-644A-4F36-AB69-7191F71AF1D2}" sibTransId="{D7F8BEAF-20B4-4FED-8519-0279D8F323F7}"/>
    <dgm:cxn modelId="{CA09608F-D848-4A25-8DE6-6AAF3091C282}" type="presOf" srcId="{37A4D56D-EBAE-412D-94EA-BB54844AC4C0}" destId="{F9162542-2C49-4DF1-B5A6-F7084856B15D}" srcOrd="0" destOrd="0" presId="urn:microsoft.com/office/officeart/2005/8/layout/chevron2"/>
    <dgm:cxn modelId="{A82AA204-C065-4500-A4FD-3DF7304BFE32}" type="presOf" srcId="{1F298498-9BA0-4F36-AA70-3328724748EC}" destId="{B81D9C51-C0C8-471D-82C6-86F1AF1D0309}" srcOrd="0" destOrd="0" presId="urn:microsoft.com/office/officeart/2005/8/layout/chevron2"/>
    <dgm:cxn modelId="{DFA6158D-30BA-41A1-A29F-1E8394CB5557}" type="presOf" srcId="{D6AFD8E4-D96D-4E7D-88F5-3FEAD1E967E9}" destId="{5DB509BE-F922-4D65-AA02-9BD6E9EB3E20}" srcOrd="0" destOrd="2" presId="urn:microsoft.com/office/officeart/2005/8/layout/chevron2"/>
    <dgm:cxn modelId="{5EF127B3-472D-46D2-A722-7CF2926A6BA0}" srcId="{1F298498-9BA0-4F36-AA70-3328724748EC}" destId="{89DFE64B-48BC-4E03-8E5A-733B81A620B1}" srcOrd="1" destOrd="0" parTransId="{EFF79746-896C-40BC-8BF0-5002484A971B}" sibTransId="{9B7DD3A7-4F9A-400A-89FF-84D9AFD74A36}"/>
    <dgm:cxn modelId="{0B11BDC4-38F9-4039-9FE5-371FFC9CFAB3}" type="presOf" srcId="{742287D4-251E-4C2B-95BA-B81DE0E28294}" destId="{FEF933FC-8CD5-4FCD-A40C-2FC410602B67}" srcOrd="0" destOrd="0" presId="urn:microsoft.com/office/officeart/2005/8/layout/chevron2"/>
    <dgm:cxn modelId="{99EE1776-75E1-4A5F-9356-241271D6E22A}" srcId="{1F298498-9BA0-4F36-AA70-3328724748EC}" destId="{3633C4CE-6B41-4E62-A163-2D043D448DCB}" srcOrd="5" destOrd="0" parTransId="{8D3F7CB7-3F93-4AA2-9744-70E27A14CE49}" sibTransId="{BA2B29F3-D057-4558-B74F-08A0D3241129}"/>
    <dgm:cxn modelId="{DE89DAAF-726F-4475-AA30-8274558D638F}" srcId="{A2FFE427-3551-4D95-B070-BFBD1C9FA72C}" destId="{742287D4-251E-4C2B-95BA-B81DE0E28294}" srcOrd="0" destOrd="0" parTransId="{9B850282-FA18-464B-BBC6-ECB706BEBE44}" sibTransId="{D30ABDA2-C2CE-4089-84CD-B4B5B286FD89}"/>
    <dgm:cxn modelId="{6E34AFB5-514F-4C35-87F7-15E87537430A}" srcId="{37A4D56D-EBAE-412D-94EA-BB54844AC4C0}" destId="{DB2706C1-7E05-41FF-ACFA-7A87B60BF33D}" srcOrd="0" destOrd="0" parTransId="{52835B72-E08E-4E2D-A667-726748FDCEFA}" sibTransId="{99361651-81A7-4A2C-8B9D-0C7CE993D73B}"/>
    <dgm:cxn modelId="{B30BE641-8FF9-4206-8610-60F1122D49FB}" srcId="{280B801D-92BC-415B-B0B8-3EB69FEA198C}" destId="{1F298498-9BA0-4F36-AA70-3328724748EC}" srcOrd="2" destOrd="0" parTransId="{A14EB296-67CE-4910-87D1-5A99DFB1574F}" sibTransId="{D63C2893-EDC8-456A-B11E-172B549E7C81}"/>
    <dgm:cxn modelId="{F1EF77A2-A6DB-49F5-B175-18FD4CD5A912}" srcId="{1F298498-9BA0-4F36-AA70-3328724748EC}" destId="{AEFFBF8B-F24A-431D-AF77-94BD7C7B2540}" srcOrd="3" destOrd="0" parTransId="{F1394A25-FCB5-4FDE-B016-73547BE94D58}" sibTransId="{E8E2E3D9-8A3B-45F6-A9EE-C6CB598810F4}"/>
    <dgm:cxn modelId="{3BB7A1B2-E19A-451D-9BC7-810E3FB35B14}" type="presOf" srcId="{A2FFE427-3551-4D95-B070-BFBD1C9FA72C}" destId="{CE723C8B-B2B7-4526-9EA6-383214682C6D}" srcOrd="0" destOrd="0" presId="urn:microsoft.com/office/officeart/2005/8/layout/chevron2"/>
    <dgm:cxn modelId="{E6CA3CED-973C-42A8-9A54-E88C294CDFE5}" type="presOf" srcId="{280B801D-92BC-415B-B0B8-3EB69FEA198C}" destId="{4385F374-3167-466C-97CB-FD01D40639C0}" srcOrd="0" destOrd="0" presId="urn:microsoft.com/office/officeart/2005/8/layout/chevron2"/>
    <dgm:cxn modelId="{95C264DA-2560-4C5C-A7D8-FF210EF1A2AC}" type="presOf" srcId="{89DFE64B-48BC-4E03-8E5A-733B81A620B1}" destId="{5DB509BE-F922-4D65-AA02-9BD6E9EB3E20}" srcOrd="0" destOrd="1" presId="urn:microsoft.com/office/officeart/2005/8/layout/chevron2"/>
    <dgm:cxn modelId="{58CAE2A6-4A51-4787-85E3-BBDA38E068FD}" type="presOf" srcId="{63ABEC0F-F989-4F16-863F-D261EB1856B5}" destId="{5DB509BE-F922-4D65-AA02-9BD6E9EB3E20}" srcOrd="0" destOrd="0" presId="urn:microsoft.com/office/officeart/2005/8/layout/chevron2"/>
    <dgm:cxn modelId="{380A0DD3-990B-47DB-A85D-DCA8CFF798B0}" srcId="{1F298498-9BA0-4F36-AA70-3328724748EC}" destId="{63ABEC0F-F989-4F16-863F-D261EB1856B5}" srcOrd="0" destOrd="0" parTransId="{6D457AA8-BCF2-4FEF-BF91-05CF596B914D}" sibTransId="{B49C269D-E19E-43A7-88D2-A16E29D0A818}"/>
    <dgm:cxn modelId="{4577742A-D258-40B2-A92C-6C2A5C82FD03}" type="presOf" srcId="{3633C4CE-6B41-4E62-A163-2D043D448DCB}" destId="{5DB509BE-F922-4D65-AA02-9BD6E9EB3E20}" srcOrd="0" destOrd="5" presId="urn:microsoft.com/office/officeart/2005/8/layout/chevron2"/>
    <dgm:cxn modelId="{6CF029EC-9FEE-4B57-B08F-E2A1202E1BF1}" type="presOf" srcId="{AEFFBF8B-F24A-431D-AF77-94BD7C7B2540}" destId="{5DB509BE-F922-4D65-AA02-9BD6E9EB3E20}" srcOrd="0" destOrd="3" presId="urn:microsoft.com/office/officeart/2005/8/layout/chevron2"/>
    <dgm:cxn modelId="{52AE8259-B898-4DF0-A3BF-7EEAC1BB0D6C}" srcId="{280B801D-92BC-415B-B0B8-3EB69FEA198C}" destId="{A2FFE427-3551-4D95-B070-BFBD1C9FA72C}" srcOrd="1" destOrd="0" parTransId="{5EB33840-C545-4534-BE07-9C389E7D425C}" sibTransId="{8DB0CA61-EF0A-40A8-BCF0-02EA57D2841D}"/>
    <dgm:cxn modelId="{FD81904A-A850-4947-8E6E-E81AB9AA6219}" type="presOf" srcId="{21412516-2643-460D-9265-22C7BBE826AB}" destId="{5DB509BE-F922-4D65-AA02-9BD6E9EB3E20}" srcOrd="0" destOrd="4" presId="urn:microsoft.com/office/officeart/2005/8/layout/chevron2"/>
    <dgm:cxn modelId="{9FCD7757-9D49-45AF-AF65-A9AA9F150718}" srcId="{280B801D-92BC-415B-B0B8-3EB69FEA198C}" destId="{37A4D56D-EBAE-412D-94EA-BB54844AC4C0}" srcOrd="0" destOrd="0" parTransId="{FEDF5BC1-742D-4E42-859A-9A0556E364D8}" sibTransId="{6EECFF8E-8D05-4786-9212-0447755719FE}"/>
    <dgm:cxn modelId="{D56AD4D7-FCA2-4AC2-89F3-23BC4B7FF638}" type="presParOf" srcId="{4385F374-3167-466C-97CB-FD01D40639C0}" destId="{23BAEC58-2001-40F8-B3E7-FEA9F5635B7E}" srcOrd="0" destOrd="0" presId="urn:microsoft.com/office/officeart/2005/8/layout/chevron2"/>
    <dgm:cxn modelId="{8BEFA1F8-4F4E-4FA4-BB07-DAC67155D929}" type="presParOf" srcId="{23BAEC58-2001-40F8-B3E7-FEA9F5635B7E}" destId="{F9162542-2C49-4DF1-B5A6-F7084856B15D}" srcOrd="0" destOrd="0" presId="urn:microsoft.com/office/officeart/2005/8/layout/chevron2"/>
    <dgm:cxn modelId="{7BA46F7A-46D4-4D8F-9A6A-927892C684B4}" type="presParOf" srcId="{23BAEC58-2001-40F8-B3E7-FEA9F5635B7E}" destId="{34AA9C1C-55AF-4FFC-A0E2-3598071E67CA}" srcOrd="1" destOrd="0" presId="urn:microsoft.com/office/officeart/2005/8/layout/chevron2"/>
    <dgm:cxn modelId="{DDB5D7D0-34DC-45A4-859C-D34084E85A2E}" type="presParOf" srcId="{4385F374-3167-466C-97CB-FD01D40639C0}" destId="{5AEBBDE0-04BC-4A7E-8EAA-E58C3899DD6A}" srcOrd="1" destOrd="0" presId="urn:microsoft.com/office/officeart/2005/8/layout/chevron2"/>
    <dgm:cxn modelId="{8D1F5F72-8D1B-4FDF-A5A4-C0F9EC733C13}" type="presParOf" srcId="{4385F374-3167-466C-97CB-FD01D40639C0}" destId="{9477484A-91DF-4460-BF32-8AA1E71C92D8}" srcOrd="2" destOrd="0" presId="urn:microsoft.com/office/officeart/2005/8/layout/chevron2"/>
    <dgm:cxn modelId="{44FA3440-944B-4D82-BE07-A29F0F7DA13D}" type="presParOf" srcId="{9477484A-91DF-4460-BF32-8AA1E71C92D8}" destId="{CE723C8B-B2B7-4526-9EA6-383214682C6D}" srcOrd="0" destOrd="0" presId="urn:microsoft.com/office/officeart/2005/8/layout/chevron2"/>
    <dgm:cxn modelId="{0D4586A5-BCBC-43C9-AE4C-3D45BDE435BD}" type="presParOf" srcId="{9477484A-91DF-4460-BF32-8AA1E71C92D8}" destId="{FEF933FC-8CD5-4FCD-A40C-2FC410602B67}" srcOrd="1" destOrd="0" presId="urn:microsoft.com/office/officeart/2005/8/layout/chevron2"/>
    <dgm:cxn modelId="{A970FB51-C4C0-4497-A957-4A88AF9B2A34}" type="presParOf" srcId="{4385F374-3167-466C-97CB-FD01D40639C0}" destId="{2869DB6C-0F44-4218-AD9E-E58B72DC0D5C}" srcOrd="3" destOrd="0" presId="urn:microsoft.com/office/officeart/2005/8/layout/chevron2"/>
    <dgm:cxn modelId="{87657DB4-3392-4440-B6D2-DD7F193BEFD1}" type="presParOf" srcId="{4385F374-3167-466C-97CB-FD01D40639C0}" destId="{B4AFD90D-BBA9-4D88-955F-5D1E6710883F}" srcOrd="4" destOrd="0" presId="urn:microsoft.com/office/officeart/2005/8/layout/chevron2"/>
    <dgm:cxn modelId="{D21AE405-B203-4AE6-87FB-142CCFF7166B}" type="presParOf" srcId="{B4AFD90D-BBA9-4D88-955F-5D1E6710883F}" destId="{B81D9C51-C0C8-471D-82C6-86F1AF1D0309}" srcOrd="0" destOrd="0" presId="urn:microsoft.com/office/officeart/2005/8/layout/chevron2"/>
    <dgm:cxn modelId="{DB5A8CA3-F95B-445D-A766-2C6860D1AD92}" type="presParOf" srcId="{B4AFD90D-BBA9-4D88-955F-5D1E6710883F}" destId="{5DB509BE-F922-4D65-AA02-9BD6E9EB3E2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E1E1ED-5724-4D23-9A02-7B78E2DCBCE9}" type="doc">
      <dgm:prSet loTypeId="urn:microsoft.com/office/officeart/2005/8/layout/vList3" loCatId="picture" qsTypeId="urn:microsoft.com/office/officeart/2005/8/quickstyle/3d3" qsCatId="3D" csTypeId="urn:microsoft.com/office/officeart/2005/8/colors/accent5_1" csCatId="accent5" phldr="1"/>
      <dgm:spPr/>
    </dgm:pt>
    <dgm:pt modelId="{AF4141FC-EBD5-48FD-8C3C-CB2CA84B24FD}">
      <dgm:prSet phldrT="[Text]" custT="1"/>
      <dgm:spPr/>
      <dgm:t>
        <a:bodyPr/>
        <a:lstStyle/>
        <a:p>
          <a:r>
            <a:rPr lang="en-US" sz="2400" b="0" dirty="0" smtClean="0">
              <a:solidFill>
                <a:schemeClr val="bg1">
                  <a:lumMod val="50000"/>
                </a:schemeClr>
              </a:solidFill>
              <a:latin typeface="Times New Roman" panose="02020603050405020304" pitchFamily="18" charset="0"/>
              <a:cs typeface="Times New Roman" panose="02020603050405020304" pitchFamily="18" charset="0"/>
            </a:rPr>
            <a:t>Type:</a:t>
          </a:r>
        </a:p>
        <a:p>
          <a:r>
            <a:rPr lang="en-US" sz="2400" b="0" dirty="0" smtClean="0">
              <a:solidFill>
                <a:schemeClr val="bg1">
                  <a:lumMod val="50000"/>
                </a:schemeClr>
              </a:solidFill>
              <a:latin typeface="Times New Roman" panose="02020603050405020304" pitchFamily="18" charset="0"/>
              <a:cs typeface="Times New Roman" panose="02020603050405020304" pitchFamily="18" charset="0"/>
            </a:rPr>
            <a:t>Red apples</a:t>
          </a:r>
          <a:endParaRPr lang="en-US" sz="2400" b="0" dirty="0">
            <a:solidFill>
              <a:schemeClr val="bg1">
                <a:lumMod val="50000"/>
              </a:schemeClr>
            </a:solidFill>
            <a:latin typeface="Times New Roman" panose="02020603050405020304" pitchFamily="18" charset="0"/>
            <a:cs typeface="Times New Roman" panose="02020603050405020304" pitchFamily="18" charset="0"/>
          </a:endParaRPr>
        </a:p>
      </dgm:t>
    </dgm:pt>
    <dgm:pt modelId="{93363C28-711F-4E7C-B9EA-8FFBDE95007A}" type="parTrans" cxnId="{3B6BFD1F-4F52-4703-A2AA-FABB2821CBAC}">
      <dgm:prSet/>
      <dgm:spPr/>
      <dgm:t>
        <a:bodyPr/>
        <a:lstStyle/>
        <a:p>
          <a:endParaRPr lang="en-US"/>
        </a:p>
      </dgm:t>
    </dgm:pt>
    <dgm:pt modelId="{12E320F8-662A-4E46-A559-1C7E3BFACECB}" type="sibTrans" cxnId="{3B6BFD1F-4F52-4703-A2AA-FABB2821CBAC}">
      <dgm:prSet/>
      <dgm:spPr/>
      <dgm:t>
        <a:bodyPr/>
        <a:lstStyle/>
        <a:p>
          <a:endParaRPr lang="en-US"/>
        </a:p>
      </dgm:t>
    </dgm:pt>
    <dgm:pt modelId="{553F486C-B9A7-46F4-894B-9D76078DD8E8}">
      <dgm:prSet phldrT="[Text]" custT="1"/>
      <dgm:spPr/>
      <dgm:t>
        <a:bodyPr/>
        <a:lstStyle/>
        <a:p>
          <a:r>
            <a:rPr lang="en-US" sz="2400" b="0" dirty="0" smtClean="0">
              <a:solidFill>
                <a:schemeClr val="bg1">
                  <a:lumMod val="50000"/>
                </a:schemeClr>
              </a:solidFill>
              <a:latin typeface="Times New Roman" panose="02020603050405020304" pitchFamily="18" charset="0"/>
              <a:cs typeface="Times New Roman" panose="02020603050405020304" pitchFamily="18" charset="0"/>
            </a:rPr>
            <a:t>Shape:</a:t>
          </a:r>
        </a:p>
        <a:p>
          <a:r>
            <a:rPr lang="en-US" sz="2400" b="0" dirty="0" smtClean="0">
              <a:solidFill>
                <a:schemeClr val="bg1">
                  <a:lumMod val="50000"/>
                </a:schemeClr>
              </a:solidFill>
              <a:latin typeface="Times New Roman" panose="02020603050405020304" pitchFamily="18" charset="0"/>
              <a:cs typeface="Times New Roman" panose="02020603050405020304" pitchFamily="18" charset="0"/>
            </a:rPr>
            <a:t>Nearly spherical</a:t>
          </a:r>
          <a:endParaRPr lang="en-US" sz="2400" b="0" dirty="0">
            <a:solidFill>
              <a:schemeClr val="bg1">
                <a:lumMod val="50000"/>
              </a:schemeClr>
            </a:solidFill>
            <a:latin typeface="Times New Roman" panose="02020603050405020304" pitchFamily="18" charset="0"/>
            <a:cs typeface="Times New Roman" panose="02020603050405020304" pitchFamily="18" charset="0"/>
          </a:endParaRPr>
        </a:p>
      </dgm:t>
    </dgm:pt>
    <dgm:pt modelId="{F1BC2461-7F80-4239-8D87-B2F4686F50B7}" type="parTrans" cxnId="{069F8268-0EF4-4FDB-906D-5897A633B894}">
      <dgm:prSet/>
      <dgm:spPr/>
      <dgm:t>
        <a:bodyPr/>
        <a:lstStyle/>
        <a:p>
          <a:endParaRPr lang="en-US"/>
        </a:p>
      </dgm:t>
    </dgm:pt>
    <dgm:pt modelId="{1BEFA045-6947-4699-B10E-2D91411B1B9C}" type="sibTrans" cxnId="{069F8268-0EF4-4FDB-906D-5897A633B894}">
      <dgm:prSet/>
      <dgm:spPr/>
      <dgm:t>
        <a:bodyPr/>
        <a:lstStyle/>
        <a:p>
          <a:endParaRPr lang="en-US"/>
        </a:p>
      </dgm:t>
    </dgm:pt>
    <dgm:pt modelId="{E6B19E2E-C51A-4815-8C75-D3E7C49C8481}" type="pres">
      <dgm:prSet presAssocID="{65E1E1ED-5724-4D23-9A02-7B78E2DCBCE9}" presName="linearFlow" presStyleCnt="0">
        <dgm:presLayoutVars>
          <dgm:dir/>
          <dgm:resizeHandles val="exact"/>
        </dgm:presLayoutVars>
      </dgm:prSet>
      <dgm:spPr/>
    </dgm:pt>
    <dgm:pt modelId="{9F4BA1BF-AB94-446F-AF0A-719BAE08E0EC}" type="pres">
      <dgm:prSet presAssocID="{AF4141FC-EBD5-48FD-8C3C-CB2CA84B24FD}" presName="composite" presStyleCnt="0"/>
      <dgm:spPr/>
    </dgm:pt>
    <dgm:pt modelId="{5DB8068B-ACDE-4F69-83A6-EC549C3D818B}" type="pres">
      <dgm:prSet presAssocID="{AF4141FC-EBD5-48FD-8C3C-CB2CA84B24FD}" presName="imgShp" presStyleLbl="fgImgPlace1" presStyleIdx="0" presStyleCnt="2"/>
      <dgm:spPr>
        <a:blipFill rotWithShape="1">
          <a:blip xmlns:r="http://schemas.openxmlformats.org/officeDocument/2006/relationships" r:embed="rId1"/>
          <a:stretch>
            <a:fillRect/>
          </a:stretch>
        </a:blipFill>
      </dgm:spPr>
    </dgm:pt>
    <dgm:pt modelId="{2A7C0FD4-CC16-4769-8D5D-B56D69CBDB4F}" type="pres">
      <dgm:prSet presAssocID="{AF4141FC-EBD5-48FD-8C3C-CB2CA84B24FD}" presName="txShp" presStyleLbl="node1" presStyleIdx="0" presStyleCnt="2">
        <dgm:presLayoutVars>
          <dgm:bulletEnabled val="1"/>
        </dgm:presLayoutVars>
      </dgm:prSet>
      <dgm:spPr/>
      <dgm:t>
        <a:bodyPr/>
        <a:lstStyle/>
        <a:p>
          <a:endParaRPr lang="en-US"/>
        </a:p>
      </dgm:t>
    </dgm:pt>
    <dgm:pt modelId="{4F179CAB-DA0C-4548-8CC2-BEE353A4D115}" type="pres">
      <dgm:prSet presAssocID="{12E320F8-662A-4E46-A559-1C7E3BFACECB}" presName="spacing" presStyleCnt="0"/>
      <dgm:spPr/>
    </dgm:pt>
    <dgm:pt modelId="{B7305F54-E290-424E-9A66-BD39F9E49651}" type="pres">
      <dgm:prSet presAssocID="{553F486C-B9A7-46F4-894B-9D76078DD8E8}" presName="composite" presStyleCnt="0"/>
      <dgm:spPr/>
    </dgm:pt>
    <dgm:pt modelId="{21CDD9BE-C1ED-4414-9CC2-4BB69EDD3471}" type="pres">
      <dgm:prSet presAssocID="{553F486C-B9A7-46F4-894B-9D76078DD8E8}" presName="imgShp" presStyleLbl="fgImgPlace1" presStyleIdx="1" presStyleCnt="2"/>
      <dgm:spPr>
        <a:blipFill rotWithShape="1">
          <a:blip xmlns:r="http://schemas.openxmlformats.org/officeDocument/2006/relationships" r:embed="rId2"/>
          <a:stretch>
            <a:fillRect/>
          </a:stretch>
        </a:blipFill>
      </dgm:spPr>
    </dgm:pt>
    <dgm:pt modelId="{85217921-A283-45F2-895A-5E14BA439E77}" type="pres">
      <dgm:prSet presAssocID="{553F486C-B9A7-46F4-894B-9D76078DD8E8}" presName="txShp" presStyleLbl="node1" presStyleIdx="1" presStyleCnt="2">
        <dgm:presLayoutVars>
          <dgm:bulletEnabled val="1"/>
        </dgm:presLayoutVars>
      </dgm:prSet>
      <dgm:spPr/>
      <dgm:t>
        <a:bodyPr/>
        <a:lstStyle/>
        <a:p>
          <a:endParaRPr lang="en-US"/>
        </a:p>
      </dgm:t>
    </dgm:pt>
  </dgm:ptLst>
  <dgm:cxnLst>
    <dgm:cxn modelId="{8D6CCB70-E883-48C6-9307-62AA1ED55913}" type="presOf" srcId="{AF4141FC-EBD5-48FD-8C3C-CB2CA84B24FD}" destId="{2A7C0FD4-CC16-4769-8D5D-B56D69CBDB4F}" srcOrd="0" destOrd="0" presId="urn:microsoft.com/office/officeart/2005/8/layout/vList3"/>
    <dgm:cxn modelId="{3B6BFD1F-4F52-4703-A2AA-FABB2821CBAC}" srcId="{65E1E1ED-5724-4D23-9A02-7B78E2DCBCE9}" destId="{AF4141FC-EBD5-48FD-8C3C-CB2CA84B24FD}" srcOrd="0" destOrd="0" parTransId="{93363C28-711F-4E7C-B9EA-8FFBDE95007A}" sibTransId="{12E320F8-662A-4E46-A559-1C7E3BFACECB}"/>
    <dgm:cxn modelId="{22D05BD2-8889-49EF-A12C-FFAE1C3D7123}" type="presOf" srcId="{65E1E1ED-5724-4D23-9A02-7B78E2DCBCE9}" destId="{E6B19E2E-C51A-4815-8C75-D3E7C49C8481}" srcOrd="0" destOrd="0" presId="urn:microsoft.com/office/officeart/2005/8/layout/vList3"/>
    <dgm:cxn modelId="{069F8268-0EF4-4FDB-906D-5897A633B894}" srcId="{65E1E1ED-5724-4D23-9A02-7B78E2DCBCE9}" destId="{553F486C-B9A7-46F4-894B-9D76078DD8E8}" srcOrd="1" destOrd="0" parTransId="{F1BC2461-7F80-4239-8D87-B2F4686F50B7}" sibTransId="{1BEFA045-6947-4699-B10E-2D91411B1B9C}"/>
    <dgm:cxn modelId="{3ECA78F7-7167-4D15-A971-FAC397DD7C45}" type="presOf" srcId="{553F486C-B9A7-46F4-894B-9D76078DD8E8}" destId="{85217921-A283-45F2-895A-5E14BA439E77}" srcOrd="0" destOrd="0" presId="urn:microsoft.com/office/officeart/2005/8/layout/vList3"/>
    <dgm:cxn modelId="{9AAE137C-D94D-43B6-8176-A685DFBFB26E}" type="presParOf" srcId="{E6B19E2E-C51A-4815-8C75-D3E7C49C8481}" destId="{9F4BA1BF-AB94-446F-AF0A-719BAE08E0EC}" srcOrd="0" destOrd="0" presId="urn:microsoft.com/office/officeart/2005/8/layout/vList3"/>
    <dgm:cxn modelId="{7A28EA1D-C1AC-4D38-9681-8CEFB0DD57D3}" type="presParOf" srcId="{9F4BA1BF-AB94-446F-AF0A-719BAE08E0EC}" destId="{5DB8068B-ACDE-4F69-83A6-EC549C3D818B}" srcOrd="0" destOrd="0" presId="urn:microsoft.com/office/officeart/2005/8/layout/vList3"/>
    <dgm:cxn modelId="{3A0E9BD6-31F0-4A3E-B0E2-1F2EB2DDB468}" type="presParOf" srcId="{9F4BA1BF-AB94-446F-AF0A-719BAE08E0EC}" destId="{2A7C0FD4-CC16-4769-8D5D-B56D69CBDB4F}" srcOrd="1" destOrd="0" presId="urn:microsoft.com/office/officeart/2005/8/layout/vList3"/>
    <dgm:cxn modelId="{A14AE8E6-40C3-4872-A814-B93E98A1FD51}" type="presParOf" srcId="{E6B19E2E-C51A-4815-8C75-D3E7C49C8481}" destId="{4F179CAB-DA0C-4548-8CC2-BEE353A4D115}" srcOrd="1" destOrd="0" presId="urn:microsoft.com/office/officeart/2005/8/layout/vList3"/>
    <dgm:cxn modelId="{E201EFAF-DC8C-4005-A2C2-45ECF6C2066B}" type="presParOf" srcId="{E6B19E2E-C51A-4815-8C75-D3E7C49C8481}" destId="{B7305F54-E290-424E-9A66-BD39F9E49651}" srcOrd="2" destOrd="0" presId="urn:microsoft.com/office/officeart/2005/8/layout/vList3"/>
    <dgm:cxn modelId="{C42ADEBD-ED8E-44A4-9CE3-949EA4C4066B}" type="presParOf" srcId="{B7305F54-E290-424E-9A66-BD39F9E49651}" destId="{21CDD9BE-C1ED-4414-9CC2-4BB69EDD3471}" srcOrd="0" destOrd="0" presId="urn:microsoft.com/office/officeart/2005/8/layout/vList3"/>
    <dgm:cxn modelId="{AD98043E-EFAA-4131-B997-A436199757AD}" type="presParOf" srcId="{B7305F54-E290-424E-9A66-BD39F9E49651}" destId="{85217921-A283-45F2-895A-5E14BA439E7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EBBDAA6-8DEB-4872-87B9-EEB6100FC67A}" type="doc">
      <dgm:prSet loTypeId="urn:microsoft.com/office/officeart/2005/8/layout/vList4" loCatId="picture" qsTypeId="urn:microsoft.com/office/officeart/2005/8/quickstyle/3d3" qsCatId="3D" csTypeId="urn:microsoft.com/office/officeart/2005/8/colors/accent5_4" csCatId="accent5" phldr="1"/>
      <dgm:spPr/>
      <dgm:t>
        <a:bodyPr/>
        <a:lstStyle/>
        <a:p>
          <a:endParaRPr lang="en-US"/>
        </a:p>
      </dgm:t>
    </dgm:pt>
    <dgm:pt modelId="{73D0A3B7-7EDF-4648-AC05-7420DB999EA6}">
      <dgm:prSet phldrT="[Text]" custT="1"/>
      <dgm:spPr/>
      <dgm:t>
        <a:bodyPr/>
        <a:lstStyle/>
        <a:p>
          <a:pPr algn="l" rtl="0"/>
          <a:r>
            <a:rPr lang="en-US" sz="2400" b="1" dirty="0" smtClean="0">
              <a:solidFill>
                <a:schemeClr val="bg1">
                  <a:lumMod val="50000"/>
                </a:schemeClr>
              </a:solidFill>
              <a:latin typeface="Times New Roman" panose="02020603050405020304" pitchFamily="18" charset="0"/>
              <a:cs typeface="Times New Roman" panose="02020603050405020304" pitchFamily="18" charset="0"/>
            </a:rPr>
            <a:t>Working Environment</a:t>
          </a:r>
          <a:endParaRPr lang="en-US" sz="2400" b="1" dirty="0">
            <a:solidFill>
              <a:schemeClr val="bg1">
                <a:lumMod val="50000"/>
              </a:schemeClr>
            </a:solidFill>
            <a:latin typeface="Times New Roman" panose="02020603050405020304" pitchFamily="18" charset="0"/>
            <a:cs typeface="Times New Roman" panose="02020603050405020304" pitchFamily="18" charset="0"/>
          </a:endParaRPr>
        </a:p>
      </dgm:t>
    </dgm:pt>
    <dgm:pt modelId="{AA86FA66-2F0A-4E94-9330-6631A924673D}" type="parTrans" cxnId="{086F9977-D1C7-4CDD-8402-6EB3EDDD830C}">
      <dgm:prSet/>
      <dgm:spPr/>
      <dgm:t>
        <a:bodyPr/>
        <a:lstStyle/>
        <a:p>
          <a:endParaRPr lang="en-US"/>
        </a:p>
      </dgm:t>
    </dgm:pt>
    <dgm:pt modelId="{E14B3029-1F6A-49E8-A458-73270E23C722}" type="sibTrans" cxnId="{086F9977-D1C7-4CDD-8402-6EB3EDDD830C}">
      <dgm:prSet/>
      <dgm:spPr/>
      <dgm:t>
        <a:bodyPr/>
        <a:lstStyle/>
        <a:p>
          <a:endParaRPr lang="en-US"/>
        </a:p>
      </dgm:t>
    </dgm:pt>
    <dgm:pt modelId="{E9741E24-33AF-47BB-B757-1E306BC3055E}">
      <dgm:prSet phldrT="[Text]" custT="1"/>
      <dgm:spPr/>
      <dgm:t>
        <a:bodyPr/>
        <a:lstStyle/>
        <a:p>
          <a:pPr algn="l" rtl="0"/>
          <a:r>
            <a:rPr lang="en-US" sz="2000" dirty="0" smtClean="0">
              <a:solidFill>
                <a:schemeClr val="bg1">
                  <a:lumMod val="50000"/>
                </a:schemeClr>
              </a:solidFill>
              <a:latin typeface="Times New Roman" panose="02020603050405020304" pitchFamily="18" charset="0"/>
              <a:cs typeface="Times New Roman" panose="02020603050405020304" pitchFamily="18" charset="0"/>
            </a:rPr>
            <a:t>A virtual apple orchard in Gazebo</a:t>
          </a:r>
          <a:endParaRPr lang="en-US" sz="2000" dirty="0">
            <a:solidFill>
              <a:schemeClr val="bg1">
                <a:lumMod val="50000"/>
              </a:schemeClr>
            </a:solidFill>
            <a:latin typeface="Times New Roman" panose="02020603050405020304" pitchFamily="18" charset="0"/>
            <a:cs typeface="Times New Roman" panose="02020603050405020304" pitchFamily="18" charset="0"/>
          </a:endParaRPr>
        </a:p>
      </dgm:t>
    </dgm:pt>
    <dgm:pt modelId="{0B0232B3-9F87-490C-BEBA-F61B10ECDC31}" type="parTrans" cxnId="{E30C1549-074C-42C2-8033-2E5F493329C0}">
      <dgm:prSet/>
      <dgm:spPr/>
      <dgm:t>
        <a:bodyPr/>
        <a:lstStyle/>
        <a:p>
          <a:endParaRPr lang="en-US"/>
        </a:p>
      </dgm:t>
    </dgm:pt>
    <dgm:pt modelId="{8068AE39-AC44-4094-8134-B07C0D9CB81B}" type="sibTrans" cxnId="{E30C1549-074C-42C2-8033-2E5F493329C0}">
      <dgm:prSet/>
      <dgm:spPr/>
      <dgm:t>
        <a:bodyPr/>
        <a:lstStyle/>
        <a:p>
          <a:endParaRPr lang="en-US"/>
        </a:p>
      </dgm:t>
    </dgm:pt>
    <dgm:pt modelId="{BB8CAE37-2555-4590-8D7D-5FDBE4603CD6}">
      <dgm:prSet phldrT="[Text]" custT="1"/>
      <dgm:spPr/>
      <dgm:t>
        <a:bodyPr/>
        <a:lstStyle/>
        <a:p>
          <a:pPr algn="l"/>
          <a:r>
            <a:rPr lang="en-US" sz="2400" b="1" dirty="0" smtClean="0">
              <a:solidFill>
                <a:schemeClr val="bg1">
                  <a:lumMod val="50000"/>
                </a:schemeClr>
              </a:solidFill>
              <a:latin typeface="Times New Roman" panose="02020603050405020304" pitchFamily="18" charset="0"/>
              <a:cs typeface="Times New Roman" panose="02020603050405020304" pitchFamily="18" charset="0"/>
            </a:rPr>
            <a:t>Terrain Characteristics</a:t>
          </a:r>
          <a:endParaRPr lang="en-US" sz="2400" b="1" dirty="0">
            <a:solidFill>
              <a:schemeClr val="bg1">
                <a:lumMod val="50000"/>
              </a:schemeClr>
            </a:solidFill>
            <a:latin typeface="Times New Roman" panose="02020603050405020304" pitchFamily="18" charset="0"/>
            <a:cs typeface="Times New Roman" panose="02020603050405020304" pitchFamily="18" charset="0"/>
          </a:endParaRPr>
        </a:p>
      </dgm:t>
    </dgm:pt>
    <dgm:pt modelId="{85A0B949-D216-406D-9703-288AFFA03EFE}" type="parTrans" cxnId="{79DEB872-26D7-4ACB-80B0-80C021985367}">
      <dgm:prSet/>
      <dgm:spPr/>
      <dgm:t>
        <a:bodyPr/>
        <a:lstStyle/>
        <a:p>
          <a:endParaRPr lang="en-US"/>
        </a:p>
      </dgm:t>
    </dgm:pt>
    <dgm:pt modelId="{236D97C1-EA20-4ACB-8884-509C23F500BC}" type="sibTrans" cxnId="{79DEB872-26D7-4ACB-80B0-80C021985367}">
      <dgm:prSet/>
      <dgm:spPr/>
      <dgm:t>
        <a:bodyPr/>
        <a:lstStyle/>
        <a:p>
          <a:endParaRPr lang="en-US"/>
        </a:p>
      </dgm:t>
    </dgm:pt>
    <dgm:pt modelId="{F45D6795-6857-445C-AA5D-2ACCA12699FA}">
      <dgm:prSet phldrT="[Text]" custT="1"/>
      <dgm:spPr/>
      <dgm:t>
        <a:bodyPr/>
        <a:lstStyle/>
        <a:p>
          <a:pPr algn="l"/>
          <a:r>
            <a:rPr lang="en-US" sz="2400" dirty="0" smtClean="0">
              <a:solidFill>
                <a:schemeClr val="bg1">
                  <a:lumMod val="50000"/>
                </a:schemeClr>
              </a:solidFill>
              <a:latin typeface="Times New Roman" panose="02020603050405020304" pitchFamily="18" charset="0"/>
              <a:cs typeface="Times New Roman" panose="02020603050405020304" pitchFamily="18" charset="0"/>
            </a:rPr>
            <a:t>Agricultural land that may contain obstacles and variations in elevation</a:t>
          </a:r>
          <a:endParaRPr lang="en-US" sz="2000" dirty="0">
            <a:solidFill>
              <a:schemeClr val="bg1">
                <a:lumMod val="50000"/>
              </a:schemeClr>
            </a:solidFill>
            <a:latin typeface="Times New Roman" panose="02020603050405020304" pitchFamily="18" charset="0"/>
            <a:cs typeface="Times New Roman" panose="02020603050405020304" pitchFamily="18" charset="0"/>
          </a:endParaRPr>
        </a:p>
      </dgm:t>
    </dgm:pt>
    <dgm:pt modelId="{5CC52540-02E7-4FAC-9CC6-DECAA3BA4692}" type="parTrans" cxnId="{8F7874B1-A5F3-40BE-8E37-D491FC1D07A3}">
      <dgm:prSet/>
      <dgm:spPr/>
      <dgm:t>
        <a:bodyPr/>
        <a:lstStyle/>
        <a:p>
          <a:endParaRPr lang="en-US"/>
        </a:p>
      </dgm:t>
    </dgm:pt>
    <dgm:pt modelId="{CB412756-24BD-42C3-8077-7601693912F9}" type="sibTrans" cxnId="{8F7874B1-A5F3-40BE-8E37-D491FC1D07A3}">
      <dgm:prSet/>
      <dgm:spPr/>
      <dgm:t>
        <a:bodyPr/>
        <a:lstStyle/>
        <a:p>
          <a:endParaRPr lang="en-US"/>
        </a:p>
      </dgm:t>
    </dgm:pt>
    <dgm:pt modelId="{25DC3972-2057-49D4-A18F-9A27BCE1BFB6}">
      <dgm:prSet phldrT="[Text]" custT="1"/>
      <dgm:spPr/>
      <dgm:t>
        <a:bodyPr/>
        <a:lstStyle/>
        <a:p>
          <a:pPr rtl="1"/>
          <a:r>
            <a:rPr lang="en-US" sz="2400" b="1" dirty="0" smtClean="0">
              <a:solidFill>
                <a:schemeClr val="bg1">
                  <a:lumMod val="50000"/>
                </a:schemeClr>
              </a:solidFill>
              <a:latin typeface="Times New Roman" panose="02020603050405020304" pitchFamily="18" charset="0"/>
              <a:cs typeface="Times New Roman" panose="02020603050405020304" pitchFamily="18" charset="0"/>
            </a:rPr>
            <a:t>Fruit height</a:t>
          </a:r>
        </a:p>
        <a:p>
          <a:r>
            <a:rPr lang="en-US" sz="2400" b="0" dirty="0" smtClean="0">
              <a:solidFill>
                <a:schemeClr val="bg1">
                  <a:lumMod val="50000"/>
                </a:schemeClr>
              </a:solidFill>
              <a:latin typeface="Times New Roman" panose="02020603050405020304" pitchFamily="18" charset="0"/>
              <a:cs typeface="Times New Roman" panose="02020603050405020304" pitchFamily="18" charset="0"/>
            </a:rPr>
            <a:t>Determined in accordance with the reach of the robotic arm</a:t>
          </a:r>
          <a:endParaRPr lang="en-US" sz="2400" b="0" dirty="0">
            <a:solidFill>
              <a:schemeClr val="bg1">
                <a:lumMod val="50000"/>
              </a:schemeClr>
            </a:solidFill>
            <a:latin typeface="Times New Roman" panose="02020603050405020304" pitchFamily="18" charset="0"/>
            <a:cs typeface="Times New Roman" panose="02020603050405020304" pitchFamily="18" charset="0"/>
          </a:endParaRPr>
        </a:p>
      </dgm:t>
    </dgm:pt>
    <dgm:pt modelId="{13D5F1E7-B41C-493B-9382-973277EBCE1F}" type="parTrans" cxnId="{5DB84D4D-D531-422D-92C8-F32BDAC73C52}">
      <dgm:prSet/>
      <dgm:spPr/>
      <dgm:t>
        <a:bodyPr/>
        <a:lstStyle/>
        <a:p>
          <a:endParaRPr lang="en-US"/>
        </a:p>
      </dgm:t>
    </dgm:pt>
    <dgm:pt modelId="{C2B46799-523A-4B90-AA0B-3849A191C2E1}" type="sibTrans" cxnId="{5DB84D4D-D531-422D-92C8-F32BDAC73C52}">
      <dgm:prSet/>
      <dgm:spPr/>
      <dgm:t>
        <a:bodyPr/>
        <a:lstStyle/>
        <a:p>
          <a:endParaRPr lang="en-US"/>
        </a:p>
      </dgm:t>
    </dgm:pt>
    <dgm:pt modelId="{10A30ECD-4EF4-422C-82EE-DE8DEC4E6CC7}" type="pres">
      <dgm:prSet presAssocID="{EEBBDAA6-8DEB-4872-87B9-EEB6100FC67A}" presName="linear" presStyleCnt="0">
        <dgm:presLayoutVars>
          <dgm:dir/>
          <dgm:resizeHandles val="exact"/>
        </dgm:presLayoutVars>
      </dgm:prSet>
      <dgm:spPr/>
      <dgm:t>
        <a:bodyPr/>
        <a:lstStyle/>
        <a:p>
          <a:endParaRPr lang="en-US"/>
        </a:p>
      </dgm:t>
    </dgm:pt>
    <dgm:pt modelId="{76E07FEF-26E3-4600-A6A4-2CB7A88BFA1A}" type="pres">
      <dgm:prSet presAssocID="{73D0A3B7-7EDF-4648-AC05-7420DB999EA6}" presName="comp" presStyleCnt="0"/>
      <dgm:spPr/>
    </dgm:pt>
    <dgm:pt modelId="{001FA0F7-C09D-4643-888C-68076AD0A670}" type="pres">
      <dgm:prSet presAssocID="{73D0A3B7-7EDF-4648-AC05-7420DB999EA6}" presName="box" presStyleLbl="node1" presStyleIdx="0" presStyleCnt="3"/>
      <dgm:spPr/>
      <dgm:t>
        <a:bodyPr/>
        <a:lstStyle/>
        <a:p>
          <a:endParaRPr lang="en-US"/>
        </a:p>
      </dgm:t>
    </dgm:pt>
    <dgm:pt modelId="{8170C3F0-CD19-4F95-A09B-DB027DF024A8}" type="pres">
      <dgm:prSet presAssocID="{73D0A3B7-7EDF-4648-AC05-7420DB999EA6}" presName="img" presStyleLbl="fgImgPlace1" presStyleIdx="0" presStyleCnt="3"/>
      <dgm:spPr>
        <a:blipFill rotWithShape="1">
          <a:blip xmlns:r="http://schemas.openxmlformats.org/officeDocument/2006/relationships" r:embed="rId1"/>
          <a:stretch>
            <a:fillRect/>
          </a:stretch>
        </a:blipFill>
      </dgm:spPr>
      <dgm:t>
        <a:bodyPr/>
        <a:lstStyle/>
        <a:p>
          <a:endParaRPr lang="en-US"/>
        </a:p>
      </dgm:t>
    </dgm:pt>
    <dgm:pt modelId="{698B0047-C01E-4496-8394-95651EE0DCF1}" type="pres">
      <dgm:prSet presAssocID="{73D0A3B7-7EDF-4648-AC05-7420DB999EA6}" presName="text" presStyleLbl="node1" presStyleIdx="0" presStyleCnt="3">
        <dgm:presLayoutVars>
          <dgm:bulletEnabled val="1"/>
        </dgm:presLayoutVars>
      </dgm:prSet>
      <dgm:spPr/>
      <dgm:t>
        <a:bodyPr/>
        <a:lstStyle/>
        <a:p>
          <a:endParaRPr lang="en-US"/>
        </a:p>
      </dgm:t>
    </dgm:pt>
    <dgm:pt modelId="{8D3AB69A-FDD9-4DDB-95D4-F179888B7925}" type="pres">
      <dgm:prSet presAssocID="{E14B3029-1F6A-49E8-A458-73270E23C722}" presName="spacer" presStyleCnt="0"/>
      <dgm:spPr/>
    </dgm:pt>
    <dgm:pt modelId="{14C36A17-C8C3-44A1-9477-692608B89D1F}" type="pres">
      <dgm:prSet presAssocID="{BB8CAE37-2555-4590-8D7D-5FDBE4603CD6}" presName="comp" presStyleCnt="0"/>
      <dgm:spPr/>
    </dgm:pt>
    <dgm:pt modelId="{43DD618A-7B72-4801-ACA1-F62EE6E2D23A}" type="pres">
      <dgm:prSet presAssocID="{BB8CAE37-2555-4590-8D7D-5FDBE4603CD6}" presName="box" presStyleLbl="node1" presStyleIdx="1" presStyleCnt="3" custLinFactNeighborX="14062" custLinFactNeighborY="3511"/>
      <dgm:spPr/>
      <dgm:t>
        <a:bodyPr/>
        <a:lstStyle/>
        <a:p>
          <a:endParaRPr lang="en-US"/>
        </a:p>
      </dgm:t>
    </dgm:pt>
    <dgm:pt modelId="{74658EB0-0D6F-47D7-B2EE-314041A57C1F}" type="pres">
      <dgm:prSet presAssocID="{BB8CAE37-2555-4590-8D7D-5FDBE4603CD6}" presName="img" presStyleLbl="fgImgPlace1" presStyleIdx="1" presStyleCnt="3"/>
      <dgm:spPr>
        <a:blipFill rotWithShape="1">
          <a:blip xmlns:r="http://schemas.openxmlformats.org/officeDocument/2006/relationships" r:embed="rId2"/>
          <a:stretch>
            <a:fillRect/>
          </a:stretch>
        </a:blipFill>
      </dgm:spPr>
      <dgm:t>
        <a:bodyPr/>
        <a:lstStyle/>
        <a:p>
          <a:endParaRPr lang="en-US"/>
        </a:p>
      </dgm:t>
    </dgm:pt>
    <dgm:pt modelId="{6E5CF3AA-B51B-4753-8BA6-D18E6485F99A}" type="pres">
      <dgm:prSet presAssocID="{BB8CAE37-2555-4590-8D7D-5FDBE4603CD6}" presName="text" presStyleLbl="node1" presStyleIdx="1" presStyleCnt="3">
        <dgm:presLayoutVars>
          <dgm:bulletEnabled val="1"/>
        </dgm:presLayoutVars>
      </dgm:prSet>
      <dgm:spPr/>
      <dgm:t>
        <a:bodyPr/>
        <a:lstStyle/>
        <a:p>
          <a:endParaRPr lang="en-US"/>
        </a:p>
      </dgm:t>
    </dgm:pt>
    <dgm:pt modelId="{1A8731B3-31CC-4D86-8A0F-516743456393}" type="pres">
      <dgm:prSet presAssocID="{236D97C1-EA20-4ACB-8884-509C23F500BC}" presName="spacer" presStyleCnt="0"/>
      <dgm:spPr/>
    </dgm:pt>
    <dgm:pt modelId="{9C88C979-CEA3-4D8E-980F-95613AB4AF01}" type="pres">
      <dgm:prSet presAssocID="{25DC3972-2057-49D4-A18F-9A27BCE1BFB6}" presName="comp" presStyleCnt="0"/>
      <dgm:spPr/>
    </dgm:pt>
    <dgm:pt modelId="{7352FC9C-9D2F-4AB0-A427-BED99E6ADD45}" type="pres">
      <dgm:prSet presAssocID="{25DC3972-2057-49D4-A18F-9A27BCE1BFB6}" presName="box" presStyleLbl="node1" presStyleIdx="2" presStyleCnt="3" custLinFactNeighborY="0"/>
      <dgm:spPr/>
      <dgm:t>
        <a:bodyPr/>
        <a:lstStyle/>
        <a:p>
          <a:endParaRPr lang="en-US"/>
        </a:p>
      </dgm:t>
    </dgm:pt>
    <dgm:pt modelId="{013DFE60-DDB2-4842-ABDC-F240B77A9CB2}" type="pres">
      <dgm:prSet presAssocID="{25DC3972-2057-49D4-A18F-9A27BCE1BFB6}" presName="img" presStyleLbl="fgImgPlace1" presStyleIdx="2" presStyleCnt="3"/>
      <dgm:spPr>
        <a:blipFill rotWithShape="1">
          <a:blip xmlns:r="http://schemas.openxmlformats.org/officeDocument/2006/relationships" r:embed="rId3"/>
          <a:stretch>
            <a:fillRect/>
          </a:stretch>
        </a:blipFill>
      </dgm:spPr>
      <dgm:t>
        <a:bodyPr/>
        <a:lstStyle/>
        <a:p>
          <a:endParaRPr lang="en-US"/>
        </a:p>
      </dgm:t>
    </dgm:pt>
    <dgm:pt modelId="{86A12D52-DB03-44CF-8E47-959F29CEBD3F}" type="pres">
      <dgm:prSet presAssocID="{25DC3972-2057-49D4-A18F-9A27BCE1BFB6}" presName="text" presStyleLbl="node1" presStyleIdx="2" presStyleCnt="3">
        <dgm:presLayoutVars>
          <dgm:bulletEnabled val="1"/>
        </dgm:presLayoutVars>
      </dgm:prSet>
      <dgm:spPr/>
      <dgm:t>
        <a:bodyPr/>
        <a:lstStyle/>
        <a:p>
          <a:endParaRPr lang="en-US"/>
        </a:p>
      </dgm:t>
    </dgm:pt>
  </dgm:ptLst>
  <dgm:cxnLst>
    <dgm:cxn modelId="{5DB84D4D-D531-422D-92C8-F32BDAC73C52}" srcId="{EEBBDAA6-8DEB-4872-87B9-EEB6100FC67A}" destId="{25DC3972-2057-49D4-A18F-9A27BCE1BFB6}" srcOrd="2" destOrd="0" parTransId="{13D5F1E7-B41C-493B-9382-973277EBCE1F}" sibTransId="{C2B46799-523A-4B90-AA0B-3849A191C2E1}"/>
    <dgm:cxn modelId="{F349C59B-1776-4E8C-AD79-525E3F61AA94}" type="presOf" srcId="{F45D6795-6857-445C-AA5D-2ACCA12699FA}" destId="{6E5CF3AA-B51B-4753-8BA6-D18E6485F99A}" srcOrd="1" destOrd="1" presId="urn:microsoft.com/office/officeart/2005/8/layout/vList4"/>
    <dgm:cxn modelId="{2E5BAA2E-017C-49E5-82CA-68610B25EB08}" type="presOf" srcId="{E9741E24-33AF-47BB-B757-1E306BC3055E}" destId="{698B0047-C01E-4496-8394-95651EE0DCF1}" srcOrd="1" destOrd="1" presId="urn:microsoft.com/office/officeart/2005/8/layout/vList4"/>
    <dgm:cxn modelId="{79DEB872-26D7-4ACB-80B0-80C021985367}" srcId="{EEBBDAA6-8DEB-4872-87B9-EEB6100FC67A}" destId="{BB8CAE37-2555-4590-8D7D-5FDBE4603CD6}" srcOrd="1" destOrd="0" parTransId="{85A0B949-D216-406D-9703-288AFFA03EFE}" sibTransId="{236D97C1-EA20-4ACB-8884-509C23F500BC}"/>
    <dgm:cxn modelId="{8F7874B1-A5F3-40BE-8E37-D491FC1D07A3}" srcId="{BB8CAE37-2555-4590-8D7D-5FDBE4603CD6}" destId="{F45D6795-6857-445C-AA5D-2ACCA12699FA}" srcOrd="0" destOrd="0" parTransId="{5CC52540-02E7-4FAC-9CC6-DECAA3BA4692}" sibTransId="{CB412756-24BD-42C3-8077-7601693912F9}"/>
    <dgm:cxn modelId="{6BFE762E-8CC0-4F3F-8ABE-9F8B6712A2CB}" type="presOf" srcId="{73D0A3B7-7EDF-4648-AC05-7420DB999EA6}" destId="{001FA0F7-C09D-4643-888C-68076AD0A670}" srcOrd="0" destOrd="0" presId="urn:microsoft.com/office/officeart/2005/8/layout/vList4"/>
    <dgm:cxn modelId="{05AD102A-7B6D-4BA6-9ADD-726F4879275E}" type="presOf" srcId="{E9741E24-33AF-47BB-B757-1E306BC3055E}" destId="{001FA0F7-C09D-4643-888C-68076AD0A670}" srcOrd="0" destOrd="1" presId="urn:microsoft.com/office/officeart/2005/8/layout/vList4"/>
    <dgm:cxn modelId="{086F9977-D1C7-4CDD-8402-6EB3EDDD830C}" srcId="{EEBBDAA6-8DEB-4872-87B9-EEB6100FC67A}" destId="{73D0A3B7-7EDF-4648-AC05-7420DB999EA6}" srcOrd="0" destOrd="0" parTransId="{AA86FA66-2F0A-4E94-9330-6631A924673D}" sibTransId="{E14B3029-1F6A-49E8-A458-73270E23C722}"/>
    <dgm:cxn modelId="{83595498-04B8-4B76-98A5-4C6BB679E74B}" type="presOf" srcId="{25DC3972-2057-49D4-A18F-9A27BCE1BFB6}" destId="{7352FC9C-9D2F-4AB0-A427-BED99E6ADD45}" srcOrd="0" destOrd="0" presId="urn:microsoft.com/office/officeart/2005/8/layout/vList4"/>
    <dgm:cxn modelId="{E30C1549-074C-42C2-8033-2E5F493329C0}" srcId="{73D0A3B7-7EDF-4648-AC05-7420DB999EA6}" destId="{E9741E24-33AF-47BB-B757-1E306BC3055E}" srcOrd="0" destOrd="0" parTransId="{0B0232B3-9F87-490C-BEBA-F61B10ECDC31}" sibTransId="{8068AE39-AC44-4094-8134-B07C0D9CB81B}"/>
    <dgm:cxn modelId="{6451D2ED-4393-4052-B64C-32D28047C825}" type="presOf" srcId="{25DC3972-2057-49D4-A18F-9A27BCE1BFB6}" destId="{86A12D52-DB03-44CF-8E47-959F29CEBD3F}" srcOrd="1" destOrd="0" presId="urn:microsoft.com/office/officeart/2005/8/layout/vList4"/>
    <dgm:cxn modelId="{3F36FB02-E4C2-4765-9F73-AEF719A31BEA}" type="presOf" srcId="{EEBBDAA6-8DEB-4872-87B9-EEB6100FC67A}" destId="{10A30ECD-4EF4-422C-82EE-DE8DEC4E6CC7}" srcOrd="0" destOrd="0" presId="urn:microsoft.com/office/officeart/2005/8/layout/vList4"/>
    <dgm:cxn modelId="{92FF4234-31B5-4600-A89E-2BE89415D3AE}" type="presOf" srcId="{F45D6795-6857-445C-AA5D-2ACCA12699FA}" destId="{43DD618A-7B72-4801-ACA1-F62EE6E2D23A}" srcOrd="0" destOrd="1" presId="urn:microsoft.com/office/officeart/2005/8/layout/vList4"/>
    <dgm:cxn modelId="{7EEDE3F5-52E0-4317-B6A0-41DE6AC3E338}" type="presOf" srcId="{BB8CAE37-2555-4590-8D7D-5FDBE4603CD6}" destId="{43DD618A-7B72-4801-ACA1-F62EE6E2D23A}" srcOrd="0" destOrd="0" presId="urn:microsoft.com/office/officeart/2005/8/layout/vList4"/>
    <dgm:cxn modelId="{6F5068A5-4FEC-4180-9485-3BDB2295AE9B}" type="presOf" srcId="{BB8CAE37-2555-4590-8D7D-5FDBE4603CD6}" destId="{6E5CF3AA-B51B-4753-8BA6-D18E6485F99A}" srcOrd="1" destOrd="0" presId="urn:microsoft.com/office/officeart/2005/8/layout/vList4"/>
    <dgm:cxn modelId="{97E703F4-0080-4F02-BFDA-FAA2858D0D0B}" type="presOf" srcId="{73D0A3B7-7EDF-4648-AC05-7420DB999EA6}" destId="{698B0047-C01E-4496-8394-95651EE0DCF1}" srcOrd="1" destOrd="0" presId="urn:microsoft.com/office/officeart/2005/8/layout/vList4"/>
    <dgm:cxn modelId="{5EF97CF9-6AAE-46BB-B11C-2E7C03BD2795}" type="presParOf" srcId="{10A30ECD-4EF4-422C-82EE-DE8DEC4E6CC7}" destId="{76E07FEF-26E3-4600-A6A4-2CB7A88BFA1A}" srcOrd="0" destOrd="0" presId="urn:microsoft.com/office/officeart/2005/8/layout/vList4"/>
    <dgm:cxn modelId="{9469AA32-7432-485E-8A17-937B2A9E16AD}" type="presParOf" srcId="{76E07FEF-26E3-4600-A6A4-2CB7A88BFA1A}" destId="{001FA0F7-C09D-4643-888C-68076AD0A670}" srcOrd="0" destOrd="0" presId="urn:microsoft.com/office/officeart/2005/8/layout/vList4"/>
    <dgm:cxn modelId="{19B7AEB5-B01E-47D8-BB37-CCC7014581AF}" type="presParOf" srcId="{76E07FEF-26E3-4600-A6A4-2CB7A88BFA1A}" destId="{8170C3F0-CD19-4F95-A09B-DB027DF024A8}" srcOrd="1" destOrd="0" presId="urn:microsoft.com/office/officeart/2005/8/layout/vList4"/>
    <dgm:cxn modelId="{48304CD5-6599-437D-B1CB-12C22C482933}" type="presParOf" srcId="{76E07FEF-26E3-4600-A6A4-2CB7A88BFA1A}" destId="{698B0047-C01E-4496-8394-95651EE0DCF1}" srcOrd="2" destOrd="0" presId="urn:microsoft.com/office/officeart/2005/8/layout/vList4"/>
    <dgm:cxn modelId="{8BC40AF6-8F0F-45E4-A280-55C54FD2719D}" type="presParOf" srcId="{10A30ECD-4EF4-422C-82EE-DE8DEC4E6CC7}" destId="{8D3AB69A-FDD9-4DDB-95D4-F179888B7925}" srcOrd="1" destOrd="0" presId="urn:microsoft.com/office/officeart/2005/8/layout/vList4"/>
    <dgm:cxn modelId="{6655E51A-16D8-47E4-81B8-9425DA225136}" type="presParOf" srcId="{10A30ECD-4EF4-422C-82EE-DE8DEC4E6CC7}" destId="{14C36A17-C8C3-44A1-9477-692608B89D1F}" srcOrd="2" destOrd="0" presId="urn:microsoft.com/office/officeart/2005/8/layout/vList4"/>
    <dgm:cxn modelId="{9EB28C80-0C7B-41C6-BD28-66631D0C68A1}" type="presParOf" srcId="{14C36A17-C8C3-44A1-9477-692608B89D1F}" destId="{43DD618A-7B72-4801-ACA1-F62EE6E2D23A}" srcOrd="0" destOrd="0" presId="urn:microsoft.com/office/officeart/2005/8/layout/vList4"/>
    <dgm:cxn modelId="{967A2867-72BE-4CBB-B41C-78805F50DBA4}" type="presParOf" srcId="{14C36A17-C8C3-44A1-9477-692608B89D1F}" destId="{74658EB0-0D6F-47D7-B2EE-314041A57C1F}" srcOrd="1" destOrd="0" presId="urn:microsoft.com/office/officeart/2005/8/layout/vList4"/>
    <dgm:cxn modelId="{50E37D93-8CEA-45B6-AA5E-EE2D61723AC8}" type="presParOf" srcId="{14C36A17-C8C3-44A1-9477-692608B89D1F}" destId="{6E5CF3AA-B51B-4753-8BA6-D18E6485F99A}" srcOrd="2" destOrd="0" presId="urn:microsoft.com/office/officeart/2005/8/layout/vList4"/>
    <dgm:cxn modelId="{B30CFA57-4564-44CD-A546-87B5EB7E222F}" type="presParOf" srcId="{10A30ECD-4EF4-422C-82EE-DE8DEC4E6CC7}" destId="{1A8731B3-31CC-4D86-8A0F-516743456393}" srcOrd="3" destOrd="0" presId="urn:microsoft.com/office/officeart/2005/8/layout/vList4"/>
    <dgm:cxn modelId="{908595A0-7D70-4D70-BB8A-40DD4C2D6838}" type="presParOf" srcId="{10A30ECD-4EF4-422C-82EE-DE8DEC4E6CC7}" destId="{9C88C979-CEA3-4D8E-980F-95613AB4AF01}" srcOrd="4" destOrd="0" presId="urn:microsoft.com/office/officeart/2005/8/layout/vList4"/>
    <dgm:cxn modelId="{F09600BA-B7C4-4E02-A32F-890B99D4B757}" type="presParOf" srcId="{9C88C979-CEA3-4D8E-980F-95613AB4AF01}" destId="{7352FC9C-9D2F-4AB0-A427-BED99E6ADD45}" srcOrd="0" destOrd="0" presId="urn:microsoft.com/office/officeart/2005/8/layout/vList4"/>
    <dgm:cxn modelId="{DDB73389-B3CF-4C5F-927B-DC3FAF56D25D}" type="presParOf" srcId="{9C88C979-CEA3-4D8E-980F-95613AB4AF01}" destId="{013DFE60-DDB2-4842-ABDC-F240B77A9CB2}" srcOrd="1" destOrd="0" presId="urn:microsoft.com/office/officeart/2005/8/layout/vList4"/>
    <dgm:cxn modelId="{BDA31008-9CAE-4101-94BE-EFF4576B211B}" type="presParOf" srcId="{9C88C979-CEA3-4D8E-980F-95613AB4AF01}" destId="{86A12D52-DB03-44CF-8E47-959F29CEBD3F}"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EBBDAA6-8DEB-4872-87B9-EEB6100FC67A}" type="doc">
      <dgm:prSet loTypeId="urn:microsoft.com/office/officeart/2005/8/layout/vList4" loCatId="picture" qsTypeId="urn:microsoft.com/office/officeart/2005/8/quickstyle/3d3" qsCatId="3D" csTypeId="urn:microsoft.com/office/officeart/2005/8/colors/accent5_4" csCatId="accent5" phldr="1"/>
      <dgm:spPr/>
      <dgm:t>
        <a:bodyPr/>
        <a:lstStyle/>
        <a:p>
          <a:endParaRPr lang="en-US"/>
        </a:p>
      </dgm:t>
    </dgm:pt>
    <dgm:pt modelId="{73D0A3B7-7EDF-4648-AC05-7420DB999EA6}">
      <dgm:prSet phldrT="[Text]" custT="1"/>
      <dgm:spPr/>
      <dgm:t>
        <a:bodyPr/>
        <a:lstStyle/>
        <a:p>
          <a:pPr rtl="1"/>
          <a:r>
            <a:rPr lang="en-US" sz="2400" b="1" dirty="0" smtClean="0">
              <a:solidFill>
                <a:schemeClr val="bg1">
                  <a:lumMod val="50000"/>
                </a:schemeClr>
              </a:solidFill>
              <a:latin typeface="Times New Roman" panose="02020603050405020304" pitchFamily="18" charset="0"/>
              <a:cs typeface="Times New Roman" panose="02020603050405020304" pitchFamily="18" charset="0"/>
            </a:rPr>
            <a:t>Viewing conditions:</a:t>
          </a:r>
        </a:p>
        <a:p>
          <a:r>
            <a:rPr lang="en-US" sz="2400" b="0" dirty="0" smtClean="0">
              <a:solidFill>
                <a:schemeClr val="bg1">
                  <a:lumMod val="50000"/>
                </a:schemeClr>
              </a:solidFill>
              <a:latin typeface="Times New Roman" panose="02020603050405020304" pitchFamily="18" charset="0"/>
              <a:cs typeface="Times New Roman" panose="02020603050405020304" pitchFamily="18" charset="0"/>
            </a:rPr>
            <a:t>Variable lighting, with shadows and partial obscuring of the fruits</a:t>
          </a:r>
          <a:r>
            <a:rPr lang="en-US" sz="2400" b="0" dirty="0" smtClean="0">
              <a:latin typeface="Times New Roman" panose="02020603050405020304" pitchFamily="18" charset="0"/>
              <a:cs typeface="Times New Roman" panose="02020603050405020304" pitchFamily="18" charset="0"/>
            </a:rPr>
            <a:t>.</a:t>
          </a:r>
          <a:endParaRPr lang="en-US" sz="2400" b="0" dirty="0">
            <a:latin typeface="Times New Roman" panose="02020603050405020304" pitchFamily="18" charset="0"/>
            <a:cs typeface="Times New Roman" panose="02020603050405020304" pitchFamily="18" charset="0"/>
          </a:endParaRPr>
        </a:p>
      </dgm:t>
    </dgm:pt>
    <dgm:pt modelId="{AA86FA66-2F0A-4E94-9330-6631A924673D}" type="parTrans" cxnId="{086F9977-D1C7-4CDD-8402-6EB3EDDD830C}">
      <dgm:prSet/>
      <dgm:spPr/>
      <dgm:t>
        <a:bodyPr/>
        <a:lstStyle/>
        <a:p>
          <a:endParaRPr lang="en-US"/>
        </a:p>
      </dgm:t>
    </dgm:pt>
    <dgm:pt modelId="{E14B3029-1F6A-49E8-A458-73270E23C722}" type="sibTrans" cxnId="{086F9977-D1C7-4CDD-8402-6EB3EDDD830C}">
      <dgm:prSet/>
      <dgm:spPr/>
      <dgm:t>
        <a:bodyPr/>
        <a:lstStyle/>
        <a:p>
          <a:endParaRPr lang="en-US"/>
        </a:p>
      </dgm:t>
    </dgm:pt>
    <dgm:pt modelId="{BB8CAE37-2555-4590-8D7D-5FDBE4603CD6}">
      <dgm:prSet phldrT="[Text]" custT="1"/>
      <dgm:spPr/>
      <dgm:t>
        <a:bodyPr/>
        <a:lstStyle/>
        <a:p>
          <a:pPr rtl="1"/>
          <a:r>
            <a:rPr lang="en-US" sz="2400" b="1" dirty="0" smtClean="0">
              <a:solidFill>
                <a:schemeClr val="bg1">
                  <a:lumMod val="50000"/>
                </a:schemeClr>
              </a:solidFill>
              <a:latin typeface="Times New Roman" panose="02020603050405020304" pitchFamily="18" charset="0"/>
              <a:cs typeface="Times New Roman" panose="02020603050405020304" pitchFamily="18" charset="0"/>
            </a:rPr>
            <a:t>Distribution of fruits</a:t>
          </a:r>
        </a:p>
        <a:p>
          <a:r>
            <a:rPr lang="en-US" sz="2400" b="0" dirty="0" smtClean="0">
              <a:solidFill>
                <a:schemeClr val="bg1">
                  <a:lumMod val="50000"/>
                </a:schemeClr>
              </a:solidFill>
              <a:latin typeface="Times New Roman" panose="02020603050405020304" pitchFamily="18" charset="0"/>
              <a:cs typeface="Times New Roman" panose="02020603050405020304" pitchFamily="18" charset="0"/>
            </a:rPr>
            <a:t>Fruits are solitary and closely spaced, with the possibility of being obscured by leaves and branches.</a:t>
          </a:r>
          <a:endParaRPr lang="en-US" sz="2400" b="0" dirty="0">
            <a:solidFill>
              <a:schemeClr val="bg1">
                <a:lumMod val="50000"/>
              </a:schemeClr>
            </a:solidFill>
            <a:latin typeface="Times New Roman" panose="02020603050405020304" pitchFamily="18" charset="0"/>
            <a:cs typeface="Times New Roman" panose="02020603050405020304" pitchFamily="18" charset="0"/>
          </a:endParaRPr>
        </a:p>
      </dgm:t>
    </dgm:pt>
    <dgm:pt modelId="{85A0B949-D216-406D-9703-288AFFA03EFE}" type="parTrans" cxnId="{79DEB872-26D7-4ACB-80B0-80C021985367}">
      <dgm:prSet/>
      <dgm:spPr/>
      <dgm:t>
        <a:bodyPr/>
        <a:lstStyle/>
        <a:p>
          <a:endParaRPr lang="en-US"/>
        </a:p>
      </dgm:t>
    </dgm:pt>
    <dgm:pt modelId="{236D97C1-EA20-4ACB-8884-509C23F500BC}" type="sibTrans" cxnId="{79DEB872-26D7-4ACB-80B0-80C021985367}">
      <dgm:prSet/>
      <dgm:spPr/>
      <dgm:t>
        <a:bodyPr/>
        <a:lstStyle/>
        <a:p>
          <a:endParaRPr lang="en-US"/>
        </a:p>
      </dgm:t>
    </dgm:pt>
    <dgm:pt modelId="{10A30ECD-4EF4-422C-82EE-DE8DEC4E6CC7}" type="pres">
      <dgm:prSet presAssocID="{EEBBDAA6-8DEB-4872-87B9-EEB6100FC67A}" presName="linear" presStyleCnt="0">
        <dgm:presLayoutVars>
          <dgm:dir/>
          <dgm:resizeHandles val="exact"/>
        </dgm:presLayoutVars>
      </dgm:prSet>
      <dgm:spPr/>
      <dgm:t>
        <a:bodyPr/>
        <a:lstStyle/>
        <a:p>
          <a:endParaRPr lang="en-US"/>
        </a:p>
      </dgm:t>
    </dgm:pt>
    <dgm:pt modelId="{76E07FEF-26E3-4600-A6A4-2CB7A88BFA1A}" type="pres">
      <dgm:prSet presAssocID="{73D0A3B7-7EDF-4648-AC05-7420DB999EA6}" presName="comp" presStyleCnt="0"/>
      <dgm:spPr/>
    </dgm:pt>
    <dgm:pt modelId="{001FA0F7-C09D-4643-888C-68076AD0A670}" type="pres">
      <dgm:prSet presAssocID="{73D0A3B7-7EDF-4648-AC05-7420DB999EA6}" presName="box" presStyleLbl="node1" presStyleIdx="0" presStyleCnt="2"/>
      <dgm:spPr/>
      <dgm:t>
        <a:bodyPr/>
        <a:lstStyle/>
        <a:p>
          <a:endParaRPr lang="en-US"/>
        </a:p>
      </dgm:t>
    </dgm:pt>
    <dgm:pt modelId="{8170C3F0-CD19-4F95-A09B-DB027DF024A8}" type="pres">
      <dgm:prSet presAssocID="{73D0A3B7-7EDF-4648-AC05-7420DB999EA6}" presName="img" presStyleLbl="fgImgPlace1" presStyleIdx="0" presStyleCnt="2"/>
      <dgm:spPr>
        <a:blipFill rotWithShape="1">
          <a:blip xmlns:r="http://schemas.openxmlformats.org/officeDocument/2006/relationships" r:embed="rId1"/>
          <a:stretch>
            <a:fillRect/>
          </a:stretch>
        </a:blipFill>
      </dgm:spPr>
      <dgm:t>
        <a:bodyPr/>
        <a:lstStyle/>
        <a:p>
          <a:endParaRPr lang="en-US"/>
        </a:p>
      </dgm:t>
    </dgm:pt>
    <dgm:pt modelId="{698B0047-C01E-4496-8394-95651EE0DCF1}" type="pres">
      <dgm:prSet presAssocID="{73D0A3B7-7EDF-4648-AC05-7420DB999EA6}" presName="text" presStyleLbl="node1" presStyleIdx="0" presStyleCnt="2">
        <dgm:presLayoutVars>
          <dgm:bulletEnabled val="1"/>
        </dgm:presLayoutVars>
      </dgm:prSet>
      <dgm:spPr/>
      <dgm:t>
        <a:bodyPr/>
        <a:lstStyle/>
        <a:p>
          <a:endParaRPr lang="en-US"/>
        </a:p>
      </dgm:t>
    </dgm:pt>
    <dgm:pt modelId="{8D3AB69A-FDD9-4DDB-95D4-F179888B7925}" type="pres">
      <dgm:prSet presAssocID="{E14B3029-1F6A-49E8-A458-73270E23C722}" presName="spacer" presStyleCnt="0"/>
      <dgm:spPr/>
    </dgm:pt>
    <dgm:pt modelId="{14C36A17-C8C3-44A1-9477-692608B89D1F}" type="pres">
      <dgm:prSet presAssocID="{BB8CAE37-2555-4590-8D7D-5FDBE4603CD6}" presName="comp" presStyleCnt="0"/>
      <dgm:spPr/>
    </dgm:pt>
    <dgm:pt modelId="{43DD618A-7B72-4801-ACA1-F62EE6E2D23A}" type="pres">
      <dgm:prSet presAssocID="{BB8CAE37-2555-4590-8D7D-5FDBE4603CD6}" presName="box" presStyleLbl="node1" presStyleIdx="1" presStyleCnt="2" custLinFactNeighborX="2848" custLinFactNeighborY="51"/>
      <dgm:spPr/>
      <dgm:t>
        <a:bodyPr/>
        <a:lstStyle/>
        <a:p>
          <a:endParaRPr lang="en-US"/>
        </a:p>
      </dgm:t>
    </dgm:pt>
    <dgm:pt modelId="{74658EB0-0D6F-47D7-B2EE-314041A57C1F}" type="pres">
      <dgm:prSet presAssocID="{BB8CAE37-2555-4590-8D7D-5FDBE4603CD6}" presName="img" presStyleLbl="fgImgPlace1" presStyleIdx="1" presStyleCnt="2"/>
      <dgm:spPr>
        <a:blipFill rotWithShape="1">
          <a:blip xmlns:r="http://schemas.openxmlformats.org/officeDocument/2006/relationships" r:embed="rId2"/>
          <a:stretch>
            <a:fillRect/>
          </a:stretch>
        </a:blipFill>
      </dgm:spPr>
      <dgm:t>
        <a:bodyPr/>
        <a:lstStyle/>
        <a:p>
          <a:endParaRPr lang="en-US"/>
        </a:p>
      </dgm:t>
    </dgm:pt>
    <dgm:pt modelId="{6E5CF3AA-B51B-4753-8BA6-D18E6485F99A}" type="pres">
      <dgm:prSet presAssocID="{BB8CAE37-2555-4590-8D7D-5FDBE4603CD6}" presName="text" presStyleLbl="node1" presStyleIdx="1" presStyleCnt="2">
        <dgm:presLayoutVars>
          <dgm:bulletEnabled val="1"/>
        </dgm:presLayoutVars>
      </dgm:prSet>
      <dgm:spPr/>
      <dgm:t>
        <a:bodyPr/>
        <a:lstStyle/>
        <a:p>
          <a:endParaRPr lang="en-US"/>
        </a:p>
      </dgm:t>
    </dgm:pt>
  </dgm:ptLst>
  <dgm:cxnLst>
    <dgm:cxn modelId="{79DEB872-26D7-4ACB-80B0-80C021985367}" srcId="{EEBBDAA6-8DEB-4872-87B9-EEB6100FC67A}" destId="{BB8CAE37-2555-4590-8D7D-5FDBE4603CD6}" srcOrd="1" destOrd="0" parTransId="{85A0B949-D216-406D-9703-288AFFA03EFE}" sibTransId="{236D97C1-EA20-4ACB-8884-509C23F500BC}"/>
    <dgm:cxn modelId="{6BFE762E-8CC0-4F3F-8ABE-9F8B6712A2CB}" type="presOf" srcId="{73D0A3B7-7EDF-4648-AC05-7420DB999EA6}" destId="{001FA0F7-C09D-4643-888C-68076AD0A670}" srcOrd="0" destOrd="0" presId="urn:microsoft.com/office/officeart/2005/8/layout/vList4"/>
    <dgm:cxn modelId="{086F9977-D1C7-4CDD-8402-6EB3EDDD830C}" srcId="{EEBBDAA6-8DEB-4872-87B9-EEB6100FC67A}" destId="{73D0A3B7-7EDF-4648-AC05-7420DB999EA6}" srcOrd="0" destOrd="0" parTransId="{AA86FA66-2F0A-4E94-9330-6631A924673D}" sibTransId="{E14B3029-1F6A-49E8-A458-73270E23C722}"/>
    <dgm:cxn modelId="{3F36FB02-E4C2-4765-9F73-AEF719A31BEA}" type="presOf" srcId="{EEBBDAA6-8DEB-4872-87B9-EEB6100FC67A}" destId="{10A30ECD-4EF4-422C-82EE-DE8DEC4E6CC7}" srcOrd="0" destOrd="0" presId="urn:microsoft.com/office/officeart/2005/8/layout/vList4"/>
    <dgm:cxn modelId="{7EEDE3F5-52E0-4317-B6A0-41DE6AC3E338}" type="presOf" srcId="{BB8CAE37-2555-4590-8D7D-5FDBE4603CD6}" destId="{43DD618A-7B72-4801-ACA1-F62EE6E2D23A}" srcOrd="0" destOrd="0" presId="urn:microsoft.com/office/officeart/2005/8/layout/vList4"/>
    <dgm:cxn modelId="{6F5068A5-4FEC-4180-9485-3BDB2295AE9B}" type="presOf" srcId="{BB8CAE37-2555-4590-8D7D-5FDBE4603CD6}" destId="{6E5CF3AA-B51B-4753-8BA6-D18E6485F99A}" srcOrd="1" destOrd="0" presId="urn:microsoft.com/office/officeart/2005/8/layout/vList4"/>
    <dgm:cxn modelId="{97E703F4-0080-4F02-BFDA-FAA2858D0D0B}" type="presOf" srcId="{73D0A3B7-7EDF-4648-AC05-7420DB999EA6}" destId="{698B0047-C01E-4496-8394-95651EE0DCF1}" srcOrd="1" destOrd="0" presId="urn:microsoft.com/office/officeart/2005/8/layout/vList4"/>
    <dgm:cxn modelId="{5EF97CF9-6AAE-46BB-B11C-2E7C03BD2795}" type="presParOf" srcId="{10A30ECD-4EF4-422C-82EE-DE8DEC4E6CC7}" destId="{76E07FEF-26E3-4600-A6A4-2CB7A88BFA1A}" srcOrd="0" destOrd="0" presId="urn:microsoft.com/office/officeart/2005/8/layout/vList4"/>
    <dgm:cxn modelId="{9469AA32-7432-485E-8A17-937B2A9E16AD}" type="presParOf" srcId="{76E07FEF-26E3-4600-A6A4-2CB7A88BFA1A}" destId="{001FA0F7-C09D-4643-888C-68076AD0A670}" srcOrd="0" destOrd="0" presId="urn:microsoft.com/office/officeart/2005/8/layout/vList4"/>
    <dgm:cxn modelId="{19B7AEB5-B01E-47D8-BB37-CCC7014581AF}" type="presParOf" srcId="{76E07FEF-26E3-4600-A6A4-2CB7A88BFA1A}" destId="{8170C3F0-CD19-4F95-A09B-DB027DF024A8}" srcOrd="1" destOrd="0" presId="urn:microsoft.com/office/officeart/2005/8/layout/vList4"/>
    <dgm:cxn modelId="{48304CD5-6599-437D-B1CB-12C22C482933}" type="presParOf" srcId="{76E07FEF-26E3-4600-A6A4-2CB7A88BFA1A}" destId="{698B0047-C01E-4496-8394-95651EE0DCF1}" srcOrd="2" destOrd="0" presId="urn:microsoft.com/office/officeart/2005/8/layout/vList4"/>
    <dgm:cxn modelId="{8BC40AF6-8F0F-45E4-A280-55C54FD2719D}" type="presParOf" srcId="{10A30ECD-4EF4-422C-82EE-DE8DEC4E6CC7}" destId="{8D3AB69A-FDD9-4DDB-95D4-F179888B7925}" srcOrd="1" destOrd="0" presId="urn:microsoft.com/office/officeart/2005/8/layout/vList4"/>
    <dgm:cxn modelId="{6655E51A-16D8-47E4-81B8-9425DA225136}" type="presParOf" srcId="{10A30ECD-4EF4-422C-82EE-DE8DEC4E6CC7}" destId="{14C36A17-C8C3-44A1-9477-692608B89D1F}" srcOrd="2" destOrd="0" presId="urn:microsoft.com/office/officeart/2005/8/layout/vList4"/>
    <dgm:cxn modelId="{9EB28C80-0C7B-41C6-BD28-66631D0C68A1}" type="presParOf" srcId="{14C36A17-C8C3-44A1-9477-692608B89D1F}" destId="{43DD618A-7B72-4801-ACA1-F62EE6E2D23A}" srcOrd="0" destOrd="0" presId="urn:microsoft.com/office/officeart/2005/8/layout/vList4"/>
    <dgm:cxn modelId="{967A2867-72BE-4CBB-B41C-78805F50DBA4}" type="presParOf" srcId="{14C36A17-C8C3-44A1-9477-692608B89D1F}" destId="{74658EB0-0D6F-47D7-B2EE-314041A57C1F}" srcOrd="1" destOrd="0" presId="urn:microsoft.com/office/officeart/2005/8/layout/vList4"/>
    <dgm:cxn modelId="{50E37D93-8CEA-45B6-AA5E-EE2D61723AC8}" type="presParOf" srcId="{14C36A17-C8C3-44A1-9477-692608B89D1F}" destId="{6E5CF3AA-B51B-4753-8BA6-D18E6485F99A}" srcOrd="2" destOrd="0" presId="urn:microsoft.com/office/officeart/2005/8/layout/vList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B0D3D64-020A-4471-8E5F-A6F7C891F336}" type="doc">
      <dgm:prSet loTypeId="urn:microsoft.com/office/officeart/2008/layout/PictureStrips" loCatId="picture" qsTypeId="urn:microsoft.com/office/officeart/2005/8/quickstyle/3d3" qsCatId="3D" csTypeId="urn:microsoft.com/office/officeart/2005/8/colors/accent5_1" csCatId="accent5" phldr="1"/>
      <dgm:spPr/>
      <dgm:t>
        <a:bodyPr/>
        <a:lstStyle/>
        <a:p>
          <a:endParaRPr lang="en-US"/>
        </a:p>
      </dgm:t>
    </dgm:pt>
    <dgm:pt modelId="{661838C6-77B3-4DF0-BD79-0A0902D30C34}">
      <dgm:prSet phldrT="[Text]"/>
      <dgm:spPr/>
      <dgm:t>
        <a:bodyPr/>
        <a:lstStyle/>
        <a:p>
          <a:pPr algn="ctr" rtl="1"/>
          <a:r>
            <a:rPr lang="en-US" b="1" dirty="0" smtClean="0">
              <a:solidFill>
                <a:schemeClr val="bg1">
                  <a:lumMod val="50000"/>
                </a:schemeClr>
              </a:solidFill>
              <a:latin typeface="Times New Roman" panose="02020603050405020304" pitchFamily="18" charset="0"/>
              <a:cs typeface="Times New Roman" panose="02020603050405020304" pitchFamily="18" charset="0"/>
            </a:rPr>
            <a:t>Mobile Platform:</a:t>
          </a:r>
        </a:p>
        <a:p>
          <a:pPr algn="ctr" rtl="1"/>
          <a:r>
            <a:rPr lang="en-US" dirty="0" smtClean="0">
              <a:latin typeface="Times New Roman" panose="02020603050405020304" pitchFamily="18" charset="0"/>
              <a:cs typeface="Times New Roman" panose="02020603050405020304" pitchFamily="18" charset="0"/>
            </a:rPr>
            <a:t>Determining appropriate dimensions for the miniature robot, ensuring stability and ease of movement within an agricultural environment, and utilizing a four-wheeled platform</a:t>
          </a:r>
          <a:r>
            <a:rPr lang="en-US" dirty="0" smtClean="0"/>
            <a:t>.</a:t>
          </a:r>
          <a:r>
            <a:rPr lang="ar-EG" dirty="0" smtClean="0">
              <a:solidFill>
                <a:schemeClr val="bg1">
                  <a:lumMod val="50000"/>
                </a:schemeClr>
              </a:solidFill>
              <a:cs typeface="+mj-cs"/>
            </a:rPr>
            <a:t>.</a:t>
          </a:r>
          <a:endParaRPr lang="en-US" dirty="0">
            <a:solidFill>
              <a:schemeClr val="bg1">
                <a:lumMod val="50000"/>
              </a:schemeClr>
            </a:solidFill>
            <a:cs typeface="+mj-cs"/>
          </a:endParaRPr>
        </a:p>
      </dgm:t>
    </dgm:pt>
    <dgm:pt modelId="{704F0096-D634-4A7D-B430-5370F54531BC}" type="parTrans" cxnId="{5E187125-AC8A-4BA4-A2E5-66E63FC891B2}">
      <dgm:prSet/>
      <dgm:spPr/>
      <dgm:t>
        <a:bodyPr/>
        <a:lstStyle/>
        <a:p>
          <a:endParaRPr lang="en-US"/>
        </a:p>
      </dgm:t>
    </dgm:pt>
    <dgm:pt modelId="{69C3458E-2D5D-4723-A481-5673EA37251E}" type="sibTrans" cxnId="{5E187125-AC8A-4BA4-A2E5-66E63FC891B2}">
      <dgm:prSet/>
      <dgm:spPr/>
      <dgm:t>
        <a:bodyPr/>
        <a:lstStyle/>
        <a:p>
          <a:endParaRPr lang="en-US"/>
        </a:p>
      </dgm:t>
    </dgm:pt>
    <dgm:pt modelId="{8AC13CAE-66A1-4153-9119-331D905FFC07}">
      <dgm:prSet phldrT="[Text]"/>
      <dgm:spPr/>
      <dgm:t>
        <a:bodyPr/>
        <a:lstStyle/>
        <a:p>
          <a:pPr algn="ctr" rtl="1"/>
          <a:r>
            <a:rPr lang="en-US" b="1" dirty="0" smtClean="0">
              <a:solidFill>
                <a:schemeClr val="bg1">
                  <a:lumMod val="50000"/>
                </a:schemeClr>
              </a:solidFill>
              <a:latin typeface="Times New Roman" panose="02020603050405020304" pitchFamily="18" charset="0"/>
              <a:cs typeface="Times New Roman" panose="02020603050405020304" pitchFamily="18" charset="0"/>
            </a:rPr>
            <a:t>Locomotion System:</a:t>
          </a:r>
        </a:p>
        <a:p>
          <a:pPr algn="ctr" rtl="1"/>
          <a:r>
            <a:rPr lang="en-US" dirty="0" smtClean="0">
              <a:latin typeface="Times New Roman" panose="02020603050405020304" pitchFamily="18" charset="0"/>
              <a:cs typeface="Times New Roman" panose="02020603050405020304" pitchFamily="18" charset="0"/>
            </a:rPr>
            <a:t>Studying various types of rubber wheels and tracks, and evaluating the options based on the nature of the agricultural terrain</a:t>
          </a:r>
          <a:endParaRPr lang="en-US" dirty="0">
            <a:solidFill>
              <a:schemeClr val="bg1">
                <a:lumMod val="50000"/>
              </a:schemeClr>
            </a:solidFill>
            <a:latin typeface="Times New Roman" panose="02020603050405020304" pitchFamily="18" charset="0"/>
            <a:cs typeface="Times New Roman" panose="02020603050405020304" pitchFamily="18" charset="0"/>
          </a:endParaRPr>
        </a:p>
      </dgm:t>
    </dgm:pt>
    <dgm:pt modelId="{3FC5F9A2-197B-4174-8FD3-E9B1BD08F66A}" type="parTrans" cxnId="{1399BF8D-0388-44D2-BB3D-13DDC3F37303}">
      <dgm:prSet/>
      <dgm:spPr/>
      <dgm:t>
        <a:bodyPr/>
        <a:lstStyle/>
        <a:p>
          <a:endParaRPr lang="en-US"/>
        </a:p>
      </dgm:t>
    </dgm:pt>
    <dgm:pt modelId="{F443E48E-4ABA-402B-97DF-94F5CB350912}" type="sibTrans" cxnId="{1399BF8D-0388-44D2-BB3D-13DDC3F37303}">
      <dgm:prSet/>
      <dgm:spPr/>
      <dgm:t>
        <a:bodyPr/>
        <a:lstStyle/>
        <a:p>
          <a:endParaRPr lang="en-US"/>
        </a:p>
      </dgm:t>
    </dgm:pt>
    <dgm:pt modelId="{B68D6865-6A78-41B7-9BB7-0B34534106CD}" type="pres">
      <dgm:prSet presAssocID="{FB0D3D64-020A-4471-8E5F-A6F7C891F336}" presName="Name0" presStyleCnt="0">
        <dgm:presLayoutVars>
          <dgm:dir/>
          <dgm:resizeHandles val="exact"/>
        </dgm:presLayoutVars>
      </dgm:prSet>
      <dgm:spPr/>
      <dgm:t>
        <a:bodyPr/>
        <a:lstStyle/>
        <a:p>
          <a:endParaRPr lang="en-US"/>
        </a:p>
      </dgm:t>
    </dgm:pt>
    <dgm:pt modelId="{A75FAF68-1445-49BE-AE33-6C773DC20699}" type="pres">
      <dgm:prSet presAssocID="{661838C6-77B3-4DF0-BD79-0A0902D30C34}" presName="composite" presStyleCnt="0"/>
      <dgm:spPr/>
    </dgm:pt>
    <dgm:pt modelId="{5129BECA-5405-420E-895B-23F7467407E2}" type="pres">
      <dgm:prSet presAssocID="{661838C6-77B3-4DF0-BD79-0A0902D30C34}" presName="rect1" presStyleLbl="trAlignAcc1" presStyleIdx="0" presStyleCnt="2">
        <dgm:presLayoutVars>
          <dgm:bulletEnabled val="1"/>
        </dgm:presLayoutVars>
      </dgm:prSet>
      <dgm:spPr/>
      <dgm:t>
        <a:bodyPr/>
        <a:lstStyle/>
        <a:p>
          <a:endParaRPr lang="en-US"/>
        </a:p>
      </dgm:t>
    </dgm:pt>
    <dgm:pt modelId="{6C3E7CCF-9055-42D2-ADFC-08E90F59C9A7}" type="pres">
      <dgm:prSet presAssocID="{661838C6-77B3-4DF0-BD79-0A0902D30C34}" presName="rect2" presStyleLbl="fgImgPlace1" presStyleIdx="0" presStyleCnt="2"/>
      <dgm:spPr>
        <a:blipFill rotWithShape="1">
          <a:blip xmlns:r="http://schemas.openxmlformats.org/officeDocument/2006/relationships" r:embed="rId1"/>
          <a:stretch>
            <a:fillRect/>
          </a:stretch>
        </a:blipFill>
      </dgm:spPr>
      <dgm:t>
        <a:bodyPr/>
        <a:lstStyle/>
        <a:p>
          <a:endParaRPr lang="en-US"/>
        </a:p>
      </dgm:t>
    </dgm:pt>
    <dgm:pt modelId="{B4D62237-4063-4BDA-9FFE-11471BCC4611}" type="pres">
      <dgm:prSet presAssocID="{69C3458E-2D5D-4723-A481-5673EA37251E}" presName="sibTrans" presStyleCnt="0"/>
      <dgm:spPr/>
    </dgm:pt>
    <dgm:pt modelId="{E57A3098-463B-41AA-B7CC-0CB2A5EC8C0D}" type="pres">
      <dgm:prSet presAssocID="{8AC13CAE-66A1-4153-9119-331D905FFC07}" presName="composite" presStyleCnt="0"/>
      <dgm:spPr/>
    </dgm:pt>
    <dgm:pt modelId="{1146DB6F-146F-4FDD-91E6-24B05011888B}" type="pres">
      <dgm:prSet presAssocID="{8AC13CAE-66A1-4153-9119-331D905FFC07}" presName="rect1" presStyleLbl="trAlignAcc1" presStyleIdx="1" presStyleCnt="2">
        <dgm:presLayoutVars>
          <dgm:bulletEnabled val="1"/>
        </dgm:presLayoutVars>
      </dgm:prSet>
      <dgm:spPr/>
      <dgm:t>
        <a:bodyPr/>
        <a:lstStyle/>
        <a:p>
          <a:endParaRPr lang="en-US"/>
        </a:p>
      </dgm:t>
    </dgm:pt>
    <dgm:pt modelId="{51F39C30-C988-4CB5-A1FC-3A756B2E3046}" type="pres">
      <dgm:prSet presAssocID="{8AC13CAE-66A1-4153-9119-331D905FFC07}" presName="rect2" presStyleLbl="fgImgPlace1" presStyleIdx="1" presStyleCnt="2"/>
      <dgm:spPr>
        <a:blipFill rotWithShape="1">
          <a:blip xmlns:r="http://schemas.openxmlformats.org/officeDocument/2006/relationships" r:embed="rId2"/>
          <a:stretch>
            <a:fillRect/>
          </a:stretch>
        </a:blipFill>
      </dgm:spPr>
      <dgm:t>
        <a:bodyPr/>
        <a:lstStyle/>
        <a:p>
          <a:endParaRPr lang="en-US"/>
        </a:p>
      </dgm:t>
    </dgm:pt>
  </dgm:ptLst>
  <dgm:cxnLst>
    <dgm:cxn modelId="{5E187125-AC8A-4BA4-A2E5-66E63FC891B2}" srcId="{FB0D3D64-020A-4471-8E5F-A6F7C891F336}" destId="{661838C6-77B3-4DF0-BD79-0A0902D30C34}" srcOrd="0" destOrd="0" parTransId="{704F0096-D634-4A7D-B430-5370F54531BC}" sibTransId="{69C3458E-2D5D-4723-A481-5673EA37251E}"/>
    <dgm:cxn modelId="{DDE4B83E-73E5-4579-A712-7FAB9EE7112A}" type="presOf" srcId="{8AC13CAE-66A1-4153-9119-331D905FFC07}" destId="{1146DB6F-146F-4FDD-91E6-24B05011888B}" srcOrd="0" destOrd="0" presId="urn:microsoft.com/office/officeart/2008/layout/PictureStrips"/>
    <dgm:cxn modelId="{C7D9B6F7-48E3-4572-9D8F-841436C43C37}" type="presOf" srcId="{661838C6-77B3-4DF0-BD79-0A0902D30C34}" destId="{5129BECA-5405-420E-895B-23F7467407E2}" srcOrd="0" destOrd="0" presId="urn:microsoft.com/office/officeart/2008/layout/PictureStrips"/>
    <dgm:cxn modelId="{0B0163F1-CCB1-42B1-9CE9-862012EDA338}" type="presOf" srcId="{FB0D3D64-020A-4471-8E5F-A6F7C891F336}" destId="{B68D6865-6A78-41B7-9BB7-0B34534106CD}" srcOrd="0" destOrd="0" presId="urn:microsoft.com/office/officeart/2008/layout/PictureStrips"/>
    <dgm:cxn modelId="{1399BF8D-0388-44D2-BB3D-13DDC3F37303}" srcId="{FB0D3D64-020A-4471-8E5F-A6F7C891F336}" destId="{8AC13CAE-66A1-4153-9119-331D905FFC07}" srcOrd="1" destOrd="0" parTransId="{3FC5F9A2-197B-4174-8FD3-E9B1BD08F66A}" sibTransId="{F443E48E-4ABA-402B-97DF-94F5CB350912}"/>
    <dgm:cxn modelId="{9BBB6274-FF2E-4CE9-86A6-D6755085A5D9}" type="presParOf" srcId="{B68D6865-6A78-41B7-9BB7-0B34534106CD}" destId="{A75FAF68-1445-49BE-AE33-6C773DC20699}" srcOrd="0" destOrd="0" presId="urn:microsoft.com/office/officeart/2008/layout/PictureStrips"/>
    <dgm:cxn modelId="{6F111E82-CE69-4949-B017-C2823F721373}" type="presParOf" srcId="{A75FAF68-1445-49BE-AE33-6C773DC20699}" destId="{5129BECA-5405-420E-895B-23F7467407E2}" srcOrd="0" destOrd="0" presId="urn:microsoft.com/office/officeart/2008/layout/PictureStrips"/>
    <dgm:cxn modelId="{2233F5FC-E731-4EB4-B7A8-16F10CD8D477}" type="presParOf" srcId="{A75FAF68-1445-49BE-AE33-6C773DC20699}" destId="{6C3E7CCF-9055-42D2-ADFC-08E90F59C9A7}" srcOrd="1" destOrd="0" presId="urn:microsoft.com/office/officeart/2008/layout/PictureStrips"/>
    <dgm:cxn modelId="{0DECDFAC-45B5-481C-8D42-95479562C536}" type="presParOf" srcId="{B68D6865-6A78-41B7-9BB7-0B34534106CD}" destId="{B4D62237-4063-4BDA-9FFE-11471BCC4611}" srcOrd="1" destOrd="0" presId="urn:microsoft.com/office/officeart/2008/layout/PictureStrips"/>
    <dgm:cxn modelId="{48B4B6C9-1434-4550-8BFD-DA2B5C0C3E16}" type="presParOf" srcId="{B68D6865-6A78-41B7-9BB7-0B34534106CD}" destId="{E57A3098-463B-41AA-B7CC-0CB2A5EC8C0D}" srcOrd="2" destOrd="0" presId="urn:microsoft.com/office/officeart/2008/layout/PictureStrips"/>
    <dgm:cxn modelId="{254211DB-852C-45D8-81E3-521419EB2311}" type="presParOf" srcId="{E57A3098-463B-41AA-B7CC-0CB2A5EC8C0D}" destId="{1146DB6F-146F-4FDD-91E6-24B05011888B}" srcOrd="0" destOrd="0" presId="urn:microsoft.com/office/officeart/2008/layout/PictureStrips"/>
    <dgm:cxn modelId="{65ED6AA7-A111-465D-94D9-264738BDDC92}" type="presParOf" srcId="{E57A3098-463B-41AA-B7CC-0CB2A5EC8C0D}" destId="{51F39C30-C988-4CB5-A1FC-3A756B2E3046}"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B0D3D64-020A-4471-8E5F-A6F7C891F336}" type="doc">
      <dgm:prSet loTypeId="urn:microsoft.com/office/officeart/2008/layout/PictureStrips" loCatId="picture" qsTypeId="urn:microsoft.com/office/officeart/2005/8/quickstyle/3d3" qsCatId="3D" csTypeId="urn:microsoft.com/office/officeart/2005/8/colors/accent5_1" csCatId="accent5" phldr="1"/>
      <dgm:spPr/>
      <dgm:t>
        <a:bodyPr/>
        <a:lstStyle/>
        <a:p>
          <a:endParaRPr lang="en-US"/>
        </a:p>
      </dgm:t>
    </dgm:pt>
    <dgm:pt modelId="{661838C6-77B3-4DF0-BD79-0A0902D30C34}">
      <dgm:prSet phldrT="[Text]"/>
      <dgm:spPr/>
      <dgm:t>
        <a:bodyPr/>
        <a:lstStyle/>
        <a:p>
          <a:pPr algn="ctr" rtl="1"/>
          <a:r>
            <a:rPr lang="en-US" b="1" dirty="0" smtClean="0">
              <a:solidFill>
                <a:schemeClr val="bg1">
                  <a:lumMod val="50000"/>
                </a:schemeClr>
              </a:solidFill>
              <a:latin typeface="Times New Roman" panose="02020603050405020304" pitchFamily="18" charset="0"/>
              <a:cs typeface="Times New Roman" panose="02020603050405020304" pitchFamily="18" charset="0"/>
            </a:rPr>
            <a:t>Robotic</a:t>
          </a:r>
          <a:r>
            <a:rPr lang="en-US" b="1" dirty="0" smtClean="0">
              <a:solidFill>
                <a:schemeClr val="bg1">
                  <a:lumMod val="50000"/>
                </a:schemeClr>
              </a:solidFill>
              <a:cs typeface="+mj-cs"/>
            </a:rPr>
            <a:t> </a:t>
          </a:r>
          <a:r>
            <a:rPr lang="en-US" b="1" dirty="0" smtClean="0">
              <a:solidFill>
                <a:schemeClr val="bg1">
                  <a:lumMod val="50000"/>
                </a:schemeClr>
              </a:solidFill>
              <a:latin typeface="Times New Roman" panose="02020603050405020304" pitchFamily="18" charset="0"/>
              <a:cs typeface="Times New Roman" panose="02020603050405020304" pitchFamily="18" charset="0"/>
            </a:rPr>
            <a:t>Arm</a:t>
          </a:r>
          <a:endParaRPr lang="ar-EG" b="1" dirty="0" smtClean="0">
            <a:solidFill>
              <a:schemeClr val="bg1">
                <a:lumMod val="50000"/>
              </a:schemeClr>
            </a:solidFill>
            <a:cs typeface="+mj-cs"/>
          </a:endParaRPr>
        </a:p>
        <a:p>
          <a:pPr algn="ctr" rtl="0"/>
          <a:r>
            <a:rPr lang="en-US" b="0" dirty="0" smtClean="0">
              <a:solidFill>
                <a:schemeClr val="bg1">
                  <a:lumMod val="50000"/>
                </a:schemeClr>
              </a:solidFill>
              <a:latin typeface="Times New Roman" panose="02020603050405020304" pitchFamily="18" charset="0"/>
              <a:cs typeface="Times New Roman" panose="02020603050405020304" pitchFamily="18" charset="0"/>
            </a:rPr>
            <a:t>Determining the appropriate number of degrees of freedom, defining the reach to allow for fruit picking, and accounting for the required load capacity based on the weight of the fruit</a:t>
          </a:r>
          <a:r>
            <a:rPr lang="en-US" b="1" dirty="0" smtClean="0">
              <a:solidFill>
                <a:schemeClr val="bg1">
                  <a:lumMod val="50000"/>
                </a:schemeClr>
              </a:solidFill>
              <a:cs typeface="+mj-cs"/>
            </a:rPr>
            <a:t>.</a:t>
          </a:r>
          <a:endParaRPr lang="en-US" dirty="0">
            <a:solidFill>
              <a:schemeClr val="bg1">
                <a:lumMod val="50000"/>
              </a:schemeClr>
            </a:solidFill>
            <a:cs typeface="+mj-cs"/>
          </a:endParaRPr>
        </a:p>
      </dgm:t>
    </dgm:pt>
    <dgm:pt modelId="{704F0096-D634-4A7D-B430-5370F54531BC}" type="parTrans" cxnId="{5E187125-AC8A-4BA4-A2E5-66E63FC891B2}">
      <dgm:prSet/>
      <dgm:spPr/>
      <dgm:t>
        <a:bodyPr/>
        <a:lstStyle/>
        <a:p>
          <a:endParaRPr lang="en-US"/>
        </a:p>
      </dgm:t>
    </dgm:pt>
    <dgm:pt modelId="{69C3458E-2D5D-4723-A481-5673EA37251E}" type="sibTrans" cxnId="{5E187125-AC8A-4BA4-A2E5-66E63FC891B2}">
      <dgm:prSet/>
      <dgm:spPr/>
      <dgm:t>
        <a:bodyPr/>
        <a:lstStyle/>
        <a:p>
          <a:endParaRPr lang="en-US"/>
        </a:p>
      </dgm:t>
    </dgm:pt>
    <dgm:pt modelId="{8AC13CAE-66A1-4153-9119-331D905FFC07}">
      <dgm:prSet phldrT="[Text]"/>
      <dgm:spPr/>
      <dgm:t>
        <a:bodyPr/>
        <a:lstStyle/>
        <a:p>
          <a:pPr algn="ctr" rtl="1"/>
          <a:r>
            <a:rPr lang="en-US" b="1" dirty="0" smtClean="0">
              <a:solidFill>
                <a:schemeClr val="bg1">
                  <a:lumMod val="50000"/>
                </a:schemeClr>
              </a:solidFill>
              <a:latin typeface="Times New Roman" panose="02020603050405020304" pitchFamily="18" charset="0"/>
              <a:cs typeface="Times New Roman" panose="02020603050405020304" pitchFamily="18" charset="0"/>
            </a:rPr>
            <a:t>Gripper:</a:t>
          </a:r>
          <a:endParaRPr lang="ar-EG" b="1" dirty="0" smtClean="0">
            <a:solidFill>
              <a:schemeClr val="bg1">
                <a:lumMod val="50000"/>
              </a:schemeClr>
            </a:solidFill>
            <a:latin typeface="Times New Roman" panose="02020603050405020304" pitchFamily="18" charset="0"/>
            <a:cs typeface="Times New Roman" panose="02020603050405020304" pitchFamily="18" charset="0"/>
          </a:endParaRPr>
        </a:p>
        <a:p>
          <a:pPr algn="ctr" rtl="1"/>
          <a:r>
            <a:rPr lang="en-US" b="0" dirty="0" smtClean="0">
              <a:solidFill>
                <a:schemeClr val="bg1">
                  <a:lumMod val="50000"/>
                </a:schemeClr>
              </a:solidFill>
              <a:latin typeface="Times New Roman" panose="02020603050405020304" pitchFamily="18" charset="0"/>
              <a:cs typeface="Times New Roman" panose="02020603050405020304" pitchFamily="18" charset="0"/>
            </a:rPr>
            <a:t>Studying potential types of grippers, ensuring the safety of the fruit to prevent damage, and facilitating ease of control and </a:t>
          </a:r>
          <a:r>
            <a:rPr lang="en-US" b="0" dirty="0" smtClean="0">
              <a:solidFill>
                <a:schemeClr val="bg1">
                  <a:lumMod val="50000"/>
                </a:schemeClr>
              </a:solidFill>
              <a:latin typeface="Times New Roman" panose="02020603050405020304" pitchFamily="18" charset="0"/>
              <a:cs typeface="Times New Roman" panose="02020603050405020304" pitchFamily="18" charset="0"/>
            </a:rPr>
            <a:t>integration with </a:t>
          </a:r>
          <a:r>
            <a:rPr lang="en-US" b="0" dirty="0" smtClean="0">
              <a:solidFill>
                <a:schemeClr val="bg1">
                  <a:lumMod val="50000"/>
                </a:schemeClr>
              </a:solidFill>
              <a:latin typeface="Times New Roman" panose="02020603050405020304" pitchFamily="18" charset="0"/>
              <a:cs typeface="Times New Roman" panose="02020603050405020304" pitchFamily="18" charset="0"/>
            </a:rPr>
            <a:t>the robotic arm</a:t>
          </a:r>
          <a:r>
            <a:rPr lang="en-US" b="1" dirty="0" smtClean="0">
              <a:solidFill>
                <a:schemeClr val="bg1">
                  <a:lumMod val="50000"/>
                </a:schemeClr>
              </a:solidFill>
              <a:latin typeface="Times New Roman" panose="02020603050405020304" pitchFamily="18" charset="0"/>
              <a:cs typeface="Times New Roman" panose="02020603050405020304" pitchFamily="18" charset="0"/>
            </a:rPr>
            <a:t>.</a:t>
          </a:r>
          <a:endParaRPr lang="en-US" dirty="0">
            <a:solidFill>
              <a:schemeClr val="bg1">
                <a:lumMod val="50000"/>
              </a:schemeClr>
            </a:solidFill>
            <a:cs typeface="+mj-cs"/>
          </a:endParaRPr>
        </a:p>
      </dgm:t>
    </dgm:pt>
    <dgm:pt modelId="{3FC5F9A2-197B-4174-8FD3-E9B1BD08F66A}" type="parTrans" cxnId="{1399BF8D-0388-44D2-BB3D-13DDC3F37303}">
      <dgm:prSet/>
      <dgm:spPr/>
      <dgm:t>
        <a:bodyPr/>
        <a:lstStyle/>
        <a:p>
          <a:endParaRPr lang="en-US"/>
        </a:p>
      </dgm:t>
    </dgm:pt>
    <dgm:pt modelId="{F443E48E-4ABA-402B-97DF-94F5CB350912}" type="sibTrans" cxnId="{1399BF8D-0388-44D2-BB3D-13DDC3F37303}">
      <dgm:prSet/>
      <dgm:spPr/>
      <dgm:t>
        <a:bodyPr/>
        <a:lstStyle/>
        <a:p>
          <a:endParaRPr lang="en-US"/>
        </a:p>
      </dgm:t>
    </dgm:pt>
    <dgm:pt modelId="{B68D6865-6A78-41B7-9BB7-0B34534106CD}" type="pres">
      <dgm:prSet presAssocID="{FB0D3D64-020A-4471-8E5F-A6F7C891F336}" presName="Name0" presStyleCnt="0">
        <dgm:presLayoutVars>
          <dgm:dir/>
          <dgm:resizeHandles val="exact"/>
        </dgm:presLayoutVars>
      </dgm:prSet>
      <dgm:spPr/>
      <dgm:t>
        <a:bodyPr/>
        <a:lstStyle/>
        <a:p>
          <a:endParaRPr lang="en-US"/>
        </a:p>
      </dgm:t>
    </dgm:pt>
    <dgm:pt modelId="{A75FAF68-1445-49BE-AE33-6C773DC20699}" type="pres">
      <dgm:prSet presAssocID="{661838C6-77B3-4DF0-BD79-0A0902D30C34}" presName="composite" presStyleCnt="0"/>
      <dgm:spPr/>
    </dgm:pt>
    <dgm:pt modelId="{5129BECA-5405-420E-895B-23F7467407E2}" type="pres">
      <dgm:prSet presAssocID="{661838C6-77B3-4DF0-BD79-0A0902D30C34}" presName="rect1" presStyleLbl="trAlignAcc1" presStyleIdx="0" presStyleCnt="2">
        <dgm:presLayoutVars>
          <dgm:bulletEnabled val="1"/>
        </dgm:presLayoutVars>
      </dgm:prSet>
      <dgm:spPr/>
      <dgm:t>
        <a:bodyPr/>
        <a:lstStyle/>
        <a:p>
          <a:endParaRPr lang="en-US"/>
        </a:p>
      </dgm:t>
    </dgm:pt>
    <dgm:pt modelId="{6C3E7CCF-9055-42D2-ADFC-08E90F59C9A7}" type="pres">
      <dgm:prSet presAssocID="{661838C6-77B3-4DF0-BD79-0A0902D30C34}" presName="rect2" presStyleLbl="fgImgPlace1" presStyleIdx="0" presStyleCnt="2"/>
      <dgm:spPr>
        <a:blipFill rotWithShape="1">
          <a:blip xmlns:r="http://schemas.openxmlformats.org/officeDocument/2006/relationships" r:embed="rId1"/>
          <a:stretch>
            <a:fillRect/>
          </a:stretch>
        </a:blipFill>
      </dgm:spPr>
    </dgm:pt>
    <dgm:pt modelId="{B4D62237-4063-4BDA-9FFE-11471BCC4611}" type="pres">
      <dgm:prSet presAssocID="{69C3458E-2D5D-4723-A481-5673EA37251E}" presName="sibTrans" presStyleCnt="0"/>
      <dgm:spPr/>
    </dgm:pt>
    <dgm:pt modelId="{E57A3098-463B-41AA-B7CC-0CB2A5EC8C0D}" type="pres">
      <dgm:prSet presAssocID="{8AC13CAE-66A1-4153-9119-331D905FFC07}" presName="composite" presStyleCnt="0"/>
      <dgm:spPr/>
    </dgm:pt>
    <dgm:pt modelId="{1146DB6F-146F-4FDD-91E6-24B05011888B}" type="pres">
      <dgm:prSet presAssocID="{8AC13CAE-66A1-4153-9119-331D905FFC07}" presName="rect1" presStyleLbl="trAlignAcc1" presStyleIdx="1" presStyleCnt="2">
        <dgm:presLayoutVars>
          <dgm:bulletEnabled val="1"/>
        </dgm:presLayoutVars>
      </dgm:prSet>
      <dgm:spPr/>
      <dgm:t>
        <a:bodyPr/>
        <a:lstStyle/>
        <a:p>
          <a:endParaRPr lang="en-US"/>
        </a:p>
      </dgm:t>
    </dgm:pt>
    <dgm:pt modelId="{51F39C30-C988-4CB5-A1FC-3A756B2E3046}" type="pres">
      <dgm:prSet presAssocID="{8AC13CAE-66A1-4153-9119-331D905FFC07}" presName="rect2" presStyleLbl="fgImgPlace1" presStyleIdx="1" presStyleCnt="2"/>
      <dgm:spPr>
        <a:blipFill rotWithShape="1">
          <a:blip xmlns:r="http://schemas.openxmlformats.org/officeDocument/2006/relationships" r:embed="rId2"/>
          <a:stretch>
            <a:fillRect/>
          </a:stretch>
        </a:blipFill>
      </dgm:spPr>
      <dgm:t>
        <a:bodyPr/>
        <a:lstStyle/>
        <a:p>
          <a:endParaRPr lang="en-US"/>
        </a:p>
      </dgm:t>
    </dgm:pt>
  </dgm:ptLst>
  <dgm:cxnLst>
    <dgm:cxn modelId="{5E187125-AC8A-4BA4-A2E5-66E63FC891B2}" srcId="{FB0D3D64-020A-4471-8E5F-A6F7C891F336}" destId="{661838C6-77B3-4DF0-BD79-0A0902D30C34}" srcOrd="0" destOrd="0" parTransId="{704F0096-D634-4A7D-B430-5370F54531BC}" sibTransId="{69C3458E-2D5D-4723-A481-5673EA37251E}"/>
    <dgm:cxn modelId="{DDE4B83E-73E5-4579-A712-7FAB9EE7112A}" type="presOf" srcId="{8AC13CAE-66A1-4153-9119-331D905FFC07}" destId="{1146DB6F-146F-4FDD-91E6-24B05011888B}" srcOrd="0" destOrd="0" presId="urn:microsoft.com/office/officeart/2008/layout/PictureStrips"/>
    <dgm:cxn modelId="{C7D9B6F7-48E3-4572-9D8F-841436C43C37}" type="presOf" srcId="{661838C6-77B3-4DF0-BD79-0A0902D30C34}" destId="{5129BECA-5405-420E-895B-23F7467407E2}" srcOrd="0" destOrd="0" presId="urn:microsoft.com/office/officeart/2008/layout/PictureStrips"/>
    <dgm:cxn modelId="{0B0163F1-CCB1-42B1-9CE9-862012EDA338}" type="presOf" srcId="{FB0D3D64-020A-4471-8E5F-A6F7C891F336}" destId="{B68D6865-6A78-41B7-9BB7-0B34534106CD}" srcOrd="0" destOrd="0" presId="urn:microsoft.com/office/officeart/2008/layout/PictureStrips"/>
    <dgm:cxn modelId="{1399BF8D-0388-44D2-BB3D-13DDC3F37303}" srcId="{FB0D3D64-020A-4471-8E5F-A6F7C891F336}" destId="{8AC13CAE-66A1-4153-9119-331D905FFC07}" srcOrd="1" destOrd="0" parTransId="{3FC5F9A2-197B-4174-8FD3-E9B1BD08F66A}" sibTransId="{F443E48E-4ABA-402B-97DF-94F5CB350912}"/>
    <dgm:cxn modelId="{9BBB6274-FF2E-4CE9-86A6-D6755085A5D9}" type="presParOf" srcId="{B68D6865-6A78-41B7-9BB7-0B34534106CD}" destId="{A75FAF68-1445-49BE-AE33-6C773DC20699}" srcOrd="0" destOrd="0" presId="urn:microsoft.com/office/officeart/2008/layout/PictureStrips"/>
    <dgm:cxn modelId="{6F111E82-CE69-4949-B017-C2823F721373}" type="presParOf" srcId="{A75FAF68-1445-49BE-AE33-6C773DC20699}" destId="{5129BECA-5405-420E-895B-23F7467407E2}" srcOrd="0" destOrd="0" presId="urn:microsoft.com/office/officeart/2008/layout/PictureStrips"/>
    <dgm:cxn modelId="{2233F5FC-E731-4EB4-B7A8-16F10CD8D477}" type="presParOf" srcId="{A75FAF68-1445-49BE-AE33-6C773DC20699}" destId="{6C3E7CCF-9055-42D2-ADFC-08E90F59C9A7}" srcOrd="1" destOrd="0" presId="urn:microsoft.com/office/officeart/2008/layout/PictureStrips"/>
    <dgm:cxn modelId="{0DECDFAC-45B5-481C-8D42-95479562C536}" type="presParOf" srcId="{B68D6865-6A78-41B7-9BB7-0B34534106CD}" destId="{B4D62237-4063-4BDA-9FFE-11471BCC4611}" srcOrd="1" destOrd="0" presId="urn:microsoft.com/office/officeart/2008/layout/PictureStrips"/>
    <dgm:cxn modelId="{48B4B6C9-1434-4550-8BFD-DA2B5C0C3E16}" type="presParOf" srcId="{B68D6865-6A78-41B7-9BB7-0B34534106CD}" destId="{E57A3098-463B-41AA-B7CC-0CB2A5EC8C0D}" srcOrd="2" destOrd="0" presId="urn:microsoft.com/office/officeart/2008/layout/PictureStrips"/>
    <dgm:cxn modelId="{254211DB-852C-45D8-81E3-521419EB2311}" type="presParOf" srcId="{E57A3098-463B-41AA-B7CC-0CB2A5EC8C0D}" destId="{1146DB6F-146F-4FDD-91E6-24B05011888B}" srcOrd="0" destOrd="0" presId="urn:microsoft.com/office/officeart/2008/layout/PictureStrips"/>
    <dgm:cxn modelId="{65ED6AA7-A111-465D-94D9-264738BDDC92}" type="presParOf" srcId="{E57A3098-463B-41AA-B7CC-0CB2A5EC8C0D}" destId="{51F39C30-C988-4CB5-A1FC-3A756B2E3046}"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DCB69A5-835B-4152-8920-73637EDA855A}" type="doc">
      <dgm:prSet loTypeId="urn:microsoft.com/office/officeart/2005/8/layout/pList2" loCatId="picture" qsTypeId="urn:microsoft.com/office/officeart/2005/8/quickstyle/simple2" qsCatId="simple" csTypeId="urn:microsoft.com/office/officeart/2005/8/colors/accent5_1" csCatId="accent5" phldr="1"/>
      <dgm:spPr/>
    </dgm:pt>
    <dgm:pt modelId="{DC22CE21-A86B-4488-B239-B0F19D5FF6F1}">
      <dgm:prSet phldrT="[Text]" custT="1"/>
      <dgm:spPr/>
      <dgm:t>
        <a:bodyPr/>
        <a:lstStyle/>
        <a:p>
          <a:r>
            <a:rPr lang="en-US" sz="2000" dirty="0" smtClean="0">
              <a:solidFill>
                <a:schemeClr val="bg1">
                  <a:lumMod val="50000"/>
                </a:schemeClr>
              </a:solidFill>
              <a:latin typeface="Times New Roman" panose="02020603050405020304" pitchFamily="18" charset="0"/>
              <a:cs typeface="Times New Roman" panose="02020603050405020304" pitchFamily="18" charset="0"/>
            </a:rPr>
            <a:t>Simulation of the Robot and Agricultural Environment</a:t>
          </a:r>
        </a:p>
        <a:p>
          <a:endParaRPr lang="en-US" sz="700" dirty="0" smtClean="0">
            <a:solidFill>
              <a:schemeClr val="bg1">
                <a:lumMod val="50000"/>
              </a:schemeClr>
            </a:solidFill>
            <a:latin typeface="Times New Roman" panose="02020603050405020304" pitchFamily="18" charset="0"/>
            <a:cs typeface="Times New Roman" panose="02020603050405020304" pitchFamily="18" charset="0"/>
          </a:endParaRPr>
        </a:p>
        <a:p>
          <a:r>
            <a:rPr lang="en-US" sz="2000" dirty="0" smtClean="0">
              <a:solidFill>
                <a:schemeClr val="bg1">
                  <a:lumMod val="50000"/>
                </a:schemeClr>
              </a:solidFill>
              <a:latin typeface="Times New Roman" panose="02020603050405020304" pitchFamily="18" charset="0"/>
              <a:cs typeface="Times New Roman" panose="02020603050405020304" pitchFamily="18" charset="0"/>
            </a:rPr>
            <a:t>Creating a Virtual Apple Orchard</a:t>
          </a:r>
        </a:p>
        <a:p>
          <a:endParaRPr lang="en-US" sz="900" dirty="0" smtClean="0">
            <a:solidFill>
              <a:schemeClr val="bg1">
                <a:lumMod val="50000"/>
              </a:schemeClr>
            </a:solidFill>
            <a:latin typeface="Times New Roman" panose="02020603050405020304" pitchFamily="18" charset="0"/>
            <a:cs typeface="Times New Roman" panose="02020603050405020304" pitchFamily="18" charset="0"/>
          </a:endParaRPr>
        </a:p>
        <a:p>
          <a:r>
            <a:rPr lang="en-US" sz="2000" dirty="0" smtClean="0">
              <a:solidFill>
                <a:schemeClr val="bg1">
                  <a:lumMod val="50000"/>
                </a:schemeClr>
              </a:solidFill>
              <a:latin typeface="Times New Roman" panose="02020603050405020304" pitchFamily="18" charset="0"/>
              <a:cs typeface="Times New Roman" panose="02020603050405020304" pitchFamily="18" charset="0"/>
            </a:rPr>
            <a:t>Testing Detection and Localization Algorithms Prior to Practical Implementation</a:t>
          </a:r>
          <a:endParaRPr lang="ar-EG" sz="2000" dirty="0" smtClean="0">
            <a:solidFill>
              <a:schemeClr val="bg1">
                <a:lumMod val="50000"/>
              </a:schemeClr>
            </a:solidFill>
            <a:latin typeface="Times New Roman" panose="02020603050405020304" pitchFamily="18" charset="0"/>
            <a:cs typeface="Times New Roman" panose="02020603050405020304" pitchFamily="18" charset="0"/>
          </a:endParaRPr>
        </a:p>
      </dgm:t>
    </dgm:pt>
    <dgm:pt modelId="{0FB4B55D-1CA9-4BEA-8D3C-78B3912B6402}" type="parTrans" cxnId="{CECB4C70-5B70-4795-9608-52D863F39245}">
      <dgm:prSet/>
      <dgm:spPr/>
      <dgm:t>
        <a:bodyPr/>
        <a:lstStyle/>
        <a:p>
          <a:endParaRPr lang="en-US"/>
        </a:p>
      </dgm:t>
    </dgm:pt>
    <dgm:pt modelId="{D6F2C52B-FAD4-45B0-8A6F-157319D70690}" type="sibTrans" cxnId="{CECB4C70-5B70-4795-9608-52D863F39245}">
      <dgm:prSet/>
      <dgm:spPr/>
      <dgm:t>
        <a:bodyPr/>
        <a:lstStyle/>
        <a:p>
          <a:endParaRPr lang="en-US"/>
        </a:p>
      </dgm:t>
    </dgm:pt>
    <dgm:pt modelId="{4DF749BF-8BB5-444D-8848-1E68C1AFACF3}">
      <dgm:prSet phldrT="[Text]" custT="1"/>
      <dgm:spPr/>
      <dgm:t>
        <a:bodyPr/>
        <a:lstStyle/>
        <a:p>
          <a:r>
            <a:rPr lang="en-US" sz="2000" dirty="0" smtClean="0">
              <a:solidFill>
                <a:schemeClr val="bg1">
                  <a:lumMod val="50000"/>
                </a:schemeClr>
              </a:solidFill>
              <a:latin typeface="Times New Roman" panose="02020603050405020304" pitchFamily="18" charset="0"/>
              <a:cs typeface="Times New Roman" panose="02020603050405020304" pitchFamily="18" charset="0"/>
            </a:rPr>
            <a:t>Detecting apples in an image</a:t>
          </a:r>
        </a:p>
        <a:p>
          <a:endParaRPr lang="en-US" sz="1400" dirty="0" smtClean="0">
            <a:solidFill>
              <a:schemeClr val="bg1">
                <a:lumMod val="50000"/>
              </a:schemeClr>
            </a:solidFill>
            <a:latin typeface="Times New Roman" panose="02020603050405020304" pitchFamily="18" charset="0"/>
            <a:cs typeface="Times New Roman" panose="02020603050405020304" pitchFamily="18" charset="0"/>
          </a:endParaRPr>
        </a:p>
        <a:p>
          <a:r>
            <a:rPr lang="en-US" sz="2000" dirty="0" smtClean="0">
              <a:solidFill>
                <a:schemeClr val="bg1">
                  <a:lumMod val="50000"/>
                </a:schemeClr>
              </a:solidFill>
              <a:latin typeface="Times New Roman" panose="02020603050405020304" pitchFamily="18" charset="0"/>
              <a:cs typeface="Times New Roman" panose="02020603050405020304" pitchFamily="18" charset="0"/>
            </a:rPr>
            <a:t>Determining their 2D locations (detection bounding boxes)</a:t>
          </a:r>
        </a:p>
        <a:p>
          <a:endParaRPr lang="en-US" sz="2000" dirty="0" smtClean="0">
            <a:solidFill>
              <a:schemeClr val="bg1">
                <a:lumMod val="50000"/>
              </a:schemeClr>
            </a:solidFill>
            <a:latin typeface="Times New Roman" panose="02020603050405020304" pitchFamily="18" charset="0"/>
            <a:cs typeface="Times New Roman" panose="02020603050405020304" pitchFamily="18" charset="0"/>
          </a:endParaRPr>
        </a:p>
        <a:p>
          <a:r>
            <a:rPr lang="en-US" sz="2000" dirty="0" smtClean="0">
              <a:solidFill>
                <a:schemeClr val="bg1">
                  <a:lumMod val="50000"/>
                </a:schemeClr>
              </a:solidFill>
              <a:latin typeface="Times New Roman" panose="02020603050405020304" pitchFamily="18" charset="0"/>
              <a:cs typeface="Times New Roman" panose="02020603050405020304" pitchFamily="18" charset="0"/>
            </a:rPr>
            <a:t>Using a pre-trained model or creating a suitable dataset</a:t>
          </a:r>
          <a:endParaRPr lang="en-US" sz="2000" dirty="0">
            <a:solidFill>
              <a:schemeClr val="bg1">
                <a:lumMod val="50000"/>
              </a:schemeClr>
            </a:solidFill>
            <a:latin typeface="Times New Roman" panose="02020603050405020304" pitchFamily="18" charset="0"/>
            <a:cs typeface="Times New Roman" panose="02020603050405020304" pitchFamily="18" charset="0"/>
          </a:endParaRPr>
        </a:p>
      </dgm:t>
    </dgm:pt>
    <dgm:pt modelId="{98FDC8EC-8AC9-45E1-87C2-ADB0913DF59B}" type="parTrans" cxnId="{6E9EB1B9-297D-423B-B9EF-C06DDA7032C9}">
      <dgm:prSet/>
      <dgm:spPr/>
      <dgm:t>
        <a:bodyPr/>
        <a:lstStyle/>
        <a:p>
          <a:endParaRPr lang="en-US"/>
        </a:p>
      </dgm:t>
    </dgm:pt>
    <dgm:pt modelId="{4CB1ADCF-76E1-4048-BFFD-6C6C958C8D07}" type="sibTrans" cxnId="{6E9EB1B9-297D-423B-B9EF-C06DDA7032C9}">
      <dgm:prSet/>
      <dgm:spPr/>
      <dgm:t>
        <a:bodyPr/>
        <a:lstStyle/>
        <a:p>
          <a:endParaRPr lang="en-US"/>
        </a:p>
      </dgm:t>
    </dgm:pt>
    <dgm:pt modelId="{13A9518F-E0FC-47EE-8320-237F671B921D}">
      <dgm:prSet phldrT="[Text]" custT="1"/>
      <dgm:spPr/>
      <dgm:t>
        <a:bodyPr/>
        <a:lstStyle/>
        <a:p>
          <a:pPr rtl="1"/>
          <a:r>
            <a:rPr lang="en-US" sz="2000" dirty="0" smtClean="0">
              <a:solidFill>
                <a:schemeClr val="bg1">
                  <a:lumMod val="50000"/>
                </a:schemeClr>
              </a:solidFill>
              <a:latin typeface="Times New Roman" panose="02020603050405020304" pitchFamily="18" charset="0"/>
              <a:cs typeface="Times New Roman" panose="02020603050405020304" pitchFamily="18" charset="0"/>
            </a:rPr>
            <a:t>Acquiring color images and depth data</a:t>
          </a:r>
        </a:p>
        <a:p>
          <a:endParaRPr lang="en-US" sz="2000" dirty="0" smtClean="0">
            <a:solidFill>
              <a:schemeClr val="bg1">
                <a:lumMod val="50000"/>
              </a:schemeClr>
            </a:solidFill>
            <a:latin typeface="Times New Roman" panose="02020603050405020304" pitchFamily="18" charset="0"/>
            <a:cs typeface="Times New Roman" panose="02020603050405020304" pitchFamily="18" charset="0"/>
          </a:endParaRPr>
        </a:p>
        <a:p>
          <a:r>
            <a:rPr lang="en-US" sz="2000" dirty="0" smtClean="0">
              <a:solidFill>
                <a:schemeClr val="bg1">
                  <a:lumMod val="50000"/>
                </a:schemeClr>
              </a:solidFill>
              <a:latin typeface="Times New Roman" panose="02020603050405020304" pitchFamily="18" charset="0"/>
              <a:cs typeface="Times New Roman" panose="02020603050405020304" pitchFamily="18" charset="0"/>
            </a:rPr>
            <a:t>Locating fruits and determining the distance to them</a:t>
          </a:r>
        </a:p>
        <a:p>
          <a:endParaRPr lang="en-US" sz="2000" dirty="0" smtClean="0">
            <a:solidFill>
              <a:schemeClr val="bg1">
                <a:lumMod val="50000"/>
              </a:schemeClr>
            </a:solidFill>
            <a:latin typeface="Times New Roman" panose="02020603050405020304" pitchFamily="18" charset="0"/>
            <a:cs typeface="Times New Roman" panose="02020603050405020304" pitchFamily="18" charset="0"/>
          </a:endParaRPr>
        </a:p>
        <a:p>
          <a:r>
            <a:rPr lang="en-US" sz="2000" dirty="0" smtClean="0">
              <a:solidFill>
                <a:schemeClr val="bg1">
                  <a:lumMod val="50000"/>
                </a:schemeClr>
              </a:solidFill>
              <a:latin typeface="Times New Roman" panose="02020603050405020304" pitchFamily="18" charset="0"/>
              <a:cs typeface="Times New Roman" panose="02020603050405020304" pitchFamily="18" charset="0"/>
            </a:rPr>
            <a:t>Integrating data into ROS2</a:t>
          </a:r>
          <a:endParaRPr lang="en-US" sz="2000" dirty="0">
            <a:solidFill>
              <a:schemeClr val="bg1">
                <a:lumMod val="50000"/>
              </a:schemeClr>
            </a:solidFill>
            <a:latin typeface="Times New Roman" panose="02020603050405020304" pitchFamily="18" charset="0"/>
            <a:cs typeface="Times New Roman" panose="02020603050405020304" pitchFamily="18" charset="0"/>
          </a:endParaRPr>
        </a:p>
      </dgm:t>
    </dgm:pt>
    <dgm:pt modelId="{C3F93185-6A1B-4D81-A771-4856146A4C32}" type="parTrans" cxnId="{61ECB443-D00F-40B2-A212-870F5D06A9AA}">
      <dgm:prSet/>
      <dgm:spPr/>
      <dgm:t>
        <a:bodyPr/>
        <a:lstStyle/>
        <a:p>
          <a:endParaRPr lang="en-US"/>
        </a:p>
      </dgm:t>
    </dgm:pt>
    <dgm:pt modelId="{F5660121-CAF9-4AEF-84DD-38AF802509A2}" type="sibTrans" cxnId="{61ECB443-D00F-40B2-A212-870F5D06A9AA}">
      <dgm:prSet/>
      <dgm:spPr/>
      <dgm:t>
        <a:bodyPr/>
        <a:lstStyle/>
        <a:p>
          <a:endParaRPr lang="en-US"/>
        </a:p>
      </dgm:t>
    </dgm:pt>
    <dgm:pt modelId="{92AA6C36-6C04-43B1-BB95-B4FF163E03B5}">
      <dgm:prSet phldrT="[Text]" custT="1"/>
      <dgm:spPr/>
      <dgm:t>
        <a:bodyPr/>
        <a:lstStyle/>
        <a:p>
          <a:r>
            <a:rPr lang="en-US" sz="2000" dirty="0" smtClean="0">
              <a:solidFill>
                <a:schemeClr val="bg1">
                  <a:lumMod val="50000"/>
                </a:schemeClr>
              </a:solidFill>
              <a:latin typeface="Times New Roman" panose="02020603050405020304" pitchFamily="18" charset="0"/>
              <a:cs typeface="Times New Roman" panose="02020603050405020304" pitchFamily="18" charset="0"/>
            </a:rPr>
            <a:t>Connecting various software modules</a:t>
          </a:r>
        </a:p>
        <a:p>
          <a:endParaRPr lang="en-US" sz="2000" dirty="0" smtClean="0">
            <a:solidFill>
              <a:schemeClr val="bg1">
                <a:lumMod val="50000"/>
              </a:schemeClr>
            </a:solidFill>
            <a:latin typeface="Times New Roman" panose="02020603050405020304" pitchFamily="18" charset="0"/>
            <a:cs typeface="Times New Roman" panose="02020603050405020304" pitchFamily="18" charset="0"/>
          </a:endParaRPr>
        </a:p>
        <a:p>
          <a:r>
            <a:rPr lang="en-US" sz="2000" dirty="0" smtClean="0">
              <a:solidFill>
                <a:schemeClr val="bg1">
                  <a:lumMod val="50000"/>
                </a:schemeClr>
              </a:solidFill>
              <a:latin typeface="Times New Roman" panose="02020603050405020304" pitchFamily="18" charset="0"/>
              <a:cs typeface="Times New Roman" panose="02020603050405020304" pitchFamily="18" charset="0"/>
            </a:rPr>
            <a:t>Real-time data exchange</a:t>
          </a:r>
        </a:p>
        <a:p>
          <a:endParaRPr lang="en-US" sz="2000" dirty="0" smtClean="0">
            <a:solidFill>
              <a:schemeClr val="bg1">
                <a:lumMod val="50000"/>
              </a:schemeClr>
            </a:solidFill>
            <a:latin typeface="Times New Roman" panose="02020603050405020304" pitchFamily="18" charset="0"/>
            <a:cs typeface="Times New Roman" panose="02020603050405020304" pitchFamily="18" charset="0"/>
          </a:endParaRPr>
        </a:p>
        <a:p>
          <a:r>
            <a:rPr lang="en-US" sz="2000" dirty="0" smtClean="0">
              <a:solidFill>
                <a:schemeClr val="bg1">
                  <a:lumMod val="50000"/>
                </a:schemeClr>
              </a:solidFill>
              <a:latin typeface="Times New Roman" panose="02020603050405020304" pitchFamily="18" charset="0"/>
              <a:cs typeface="Times New Roman" panose="02020603050405020304" pitchFamily="18" charset="0"/>
            </a:rPr>
            <a:t>Using ready-made packages for integration and connectivity</a:t>
          </a:r>
          <a:endParaRPr lang="en-US" sz="2000" dirty="0">
            <a:solidFill>
              <a:schemeClr val="bg1">
                <a:lumMod val="50000"/>
              </a:schemeClr>
            </a:solidFill>
            <a:latin typeface="Times New Roman" panose="02020603050405020304" pitchFamily="18" charset="0"/>
            <a:cs typeface="Times New Roman" panose="02020603050405020304" pitchFamily="18" charset="0"/>
          </a:endParaRPr>
        </a:p>
      </dgm:t>
    </dgm:pt>
    <dgm:pt modelId="{53CC275A-1072-42C4-BF5E-667A6838C5C4}" type="parTrans" cxnId="{99C140EC-ACBD-42F0-BD26-EE906EAD2EBD}">
      <dgm:prSet/>
      <dgm:spPr/>
      <dgm:t>
        <a:bodyPr/>
        <a:lstStyle/>
        <a:p>
          <a:endParaRPr lang="en-US"/>
        </a:p>
      </dgm:t>
    </dgm:pt>
    <dgm:pt modelId="{B37797CE-585B-46DF-A484-F698B1A7BCBC}" type="sibTrans" cxnId="{99C140EC-ACBD-42F0-BD26-EE906EAD2EBD}">
      <dgm:prSet/>
      <dgm:spPr/>
      <dgm:t>
        <a:bodyPr/>
        <a:lstStyle/>
        <a:p>
          <a:endParaRPr lang="en-US"/>
        </a:p>
      </dgm:t>
    </dgm:pt>
    <dgm:pt modelId="{0841C3BD-9C30-4E8F-A6E8-6D80F58D0C1F}" type="pres">
      <dgm:prSet presAssocID="{ADCB69A5-835B-4152-8920-73637EDA855A}" presName="Name0" presStyleCnt="0">
        <dgm:presLayoutVars>
          <dgm:dir/>
          <dgm:resizeHandles val="exact"/>
        </dgm:presLayoutVars>
      </dgm:prSet>
      <dgm:spPr/>
    </dgm:pt>
    <dgm:pt modelId="{A5680A78-8890-4D04-987F-6910DED68D5A}" type="pres">
      <dgm:prSet presAssocID="{ADCB69A5-835B-4152-8920-73637EDA855A}" presName="bkgdShp" presStyleLbl="alignAccFollowNode1" presStyleIdx="0" presStyleCnt="1" custLinFactNeighborX="729" custLinFactNeighborY="-2018"/>
      <dgm:spPr/>
      <dgm:t>
        <a:bodyPr/>
        <a:lstStyle/>
        <a:p>
          <a:endParaRPr lang="en-US"/>
        </a:p>
      </dgm:t>
    </dgm:pt>
    <dgm:pt modelId="{07A82376-5389-4C1F-9FB0-15BB3E81AD6E}" type="pres">
      <dgm:prSet presAssocID="{ADCB69A5-835B-4152-8920-73637EDA855A}" presName="linComp" presStyleCnt="0"/>
      <dgm:spPr/>
    </dgm:pt>
    <dgm:pt modelId="{810FC3D4-EB11-4E13-8AD8-B0C6B8B2BD0E}" type="pres">
      <dgm:prSet presAssocID="{DC22CE21-A86B-4488-B239-B0F19D5FF6F1}" presName="compNode" presStyleCnt="0"/>
      <dgm:spPr/>
    </dgm:pt>
    <dgm:pt modelId="{6FD19EC7-FA28-49F8-966C-A4BDEFC9869D}" type="pres">
      <dgm:prSet presAssocID="{DC22CE21-A86B-4488-B239-B0F19D5FF6F1}" presName="node" presStyleLbl="node1" presStyleIdx="0" presStyleCnt="4">
        <dgm:presLayoutVars>
          <dgm:bulletEnabled val="1"/>
        </dgm:presLayoutVars>
      </dgm:prSet>
      <dgm:spPr/>
      <dgm:t>
        <a:bodyPr/>
        <a:lstStyle/>
        <a:p>
          <a:endParaRPr lang="en-US"/>
        </a:p>
      </dgm:t>
    </dgm:pt>
    <dgm:pt modelId="{1129A837-D36A-465A-AB80-1803243C1BFB}" type="pres">
      <dgm:prSet presAssocID="{DC22CE21-A86B-4488-B239-B0F19D5FF6F1}" presName="invisiNode" presStyleLbl="node1" presStyleIdx="0" presStyleCnt="4"/>
      <dgm:spPr/>
    </dgm:pt>
    <dgm:pt modelId="{B2F38119-C018-4837-948D-9A47AFA112BF}" type="pres">
      <dgm:prSet presAssocID="{DC22CE21-A86B-4488-B239-B0F19D5FF6F1}" presName="imagNode" presStyleLbl="fgImgPlace1" presStyleIdx="0" presStyleCnt="4"/>
      <dgm:spPr>
        <a:blipFill rotWithShape="1">
          <a:blip xmlns:r="http://schemas.openxmlformats.org/officeDocument/2006/relationships" r:embed="rId1"/>
          <a:stretch>
            <a:fillRect/>
          </a:stretch>
        </a:blipFill>
      </dgm:spPr>
    </dgm:pt>
    <dgm:pt modelId="{A1E5D1D7-2613-4A0D-B9E5-3F76FAFC924F}" type="pres">
      <dgm:prSet presAssocID="{D6F2C52B-FAD4-45B0-8A6F-157319D70690}" presName="sibTrans" presStyleLbl="sibTrans2D1" presStyleIdx="0" presStyleCnt="0"/>
      <dgm:spPr/>
      <dgm:t>
        <a:bodyPr/>
        <a:lstStyle/>
        <a:p>
          <a:endParaRPr lang="en-US"/>
        </a:p>
      </dgm:t>
    </dgm:pt>
    <dgm:pt modelId="{614C62BC-F616-4654-83B6-C35B896DBA64}" type="pres">
      <dgm:prSet presAssocID="{92AA6C36-6C04-43B1-BB95-B4FF163E03B5}" presName="compNode" presStyleCnt="0"/>
      <dgm:spPr/>
    </dgm:pt>
    <dgm:pt modelId="{56F2C42E-36D8-431C-B931-DFA17C8597AB}" type="pres">
      <dgm:prSet presAssocID="{92AA6C36-6C04-43B1-BB95-B4FF163E03B5}" presName="node" presStyleLbl="node1" presStyleIdx="1" presStyleCnt="4">
        <dgm:presLayoutVars>
          <dgm:bulletEnabled val="1"/>
        </dgm:presLayoutVars>
      </dgm:prSet>
      <dgm:spPr/>
      <dgm:t>
        <a:bodyPr/>
        <a:lstStyle/>
        <a:p>
          <a:endParaRPr lang="en-US"/>
        </a:p>
      </dgm:t>
    </dgm:pt>
    <dgm:pt modelId="{6D7684DE-2FC9-4DBD-A59E-A08321ECC7E9}" type="pres">
      <dgm:prSet presAssocID="{92AA6C36-6C04-43B1-BB95-B4FF163E03B5}" presName="invisiNode" presStyleLbl="node1" presStyleIdx="1" presStyleCnt="4"/>
      <dgm:spPr/>
    </dgm:pt>
    <dgm:pt modelId="{7F702956-B151-4809-A681-072800BFEB7F}" type="pres">
      <dgm:prSet presAssocID="{92AA6C36-6C04-43B1-BB95-B4FF163E03B5}" presName="imagNode" presStyleLbl="fgImgPlace1" presStyleIdx="1" presStyleCnt="4"/>
      <dgm:spPr>
        <a:blipFill rotWithShape="1">
          <a:blip xmlns:r="http://schemas.openxmlformats.org/officeDocument/2006/relationships" r:embed="rId2"/>
          <a:stretch>
            <a:fillRect/>
          </a:stretch>
        </a:blipFill>
      </dgm:spPr>
    </dgm:pt>
    <dgm:pt modelId="{013934E2-DD18-4041-BE70-66C58BF57525}" type="pres">
      <dgm:prSet presAssocID="{B37797CE-585B-46DF-A484-F698B1A7BCBC}" presName="sibTrans" presStyleLbl="sibTrans2D1" presStyleIdx="0" presStyleCnt="0"/>
      <dgm:spPr/>
      <dgm:t>
        <a:bodyPr/>
        <a:lstStyle/>
        <a:p>
          <a:endParaRPr lang="en-US"/>
        </a:p>
      </dgm:t>
    </dgm:pt>
    <dgm:pt modelId="{C5B04AE8-CDCE-4A49-A41F-66E5E6DD66D2}" type="pres">
      <dgm:prSet presAssocID="{4DF749BF-8BB5-444D-8848-1E68C1AFACF3}" presName="compNode" presStyleCnt="0"/>
      <dgm:spPr/>
    </dgm:pt>
    <dgm:pt modelId="{86E21D6D-7ADB-4CEA-B802-3A63585195ED}" type="pres">
      <dgm:prSet presAssocID="{4DF749BF-8BB5-444D-8848-1E68C1AFACF3}" presName="node" presStyleLbl="node1" presStyleIdx="2" presStyleCnt="4">
        <dgm:presLayoutVars>
          <dgm:bulletEnabled val="1"/>
        </dgm:presLayoutVars>
      </dgm:prSet>
      <dgm:spPr/>
      <dgm:t>
        <a:bodyPr/>
        <a:lstStyle/>
        <a:p>
          <a:endParaRPr lang="en-US"/>
        </a:p>
      </dgm:t>
    </dgm:pt>
    <dgm:pt modelId="{7FC9547C-119B-4932-B067-D18E0E2B88AF}" type="pres">
      <dgm:prSet presAssocID="{4DF749BF-8BB5-444D-8848-1E68C1AFACF3}" presName="invisiNode" presStyleLbl="node1" presStyleIdx="2" presStyleCnt="4"/>
      <dgm:spPr/>
    </dgm:pt>
    <dgm:pt modelId="{501B7547-4D0D-4DF5-AE0C-DB5F5EEA591F}" type="pres">
      <dgm:prSet presAssocID="{4DF749BF-8BB5-444D-8848-1E68C1AFACF3}" presName="imagNode" presStyleLbl="fgImgPlace1" presStyleIdx="2" presStyleCnt="4" custScaleX="101418" custScaleY="105329"/>
      <dgm:spPr>
        <a:blipFill rotWithShape="1">
          <a:blip xmlns:r="http://schemas.openxmlformats.org/officeDocument/2006/relationships" r:embed="rId3"/>
          <a:stretch>
            <a:fillRect/>
          </a:stretch>
        </a:blipFill>
      </dgm:spPr>
    </dgm:pt>
    <dgm:pt modelId="{83043AB8-93AF-4041-BE5A-02FE94CEDA77}" type="pres">
      <dgm:prSet presAssocID="{4CB1ADCF-76E1-4048-BFFD-6C6C958C8D07}" presName="sibTrans" presStyleLbl="sibTrans2D1" presStyleIdx="0" presStyleCnt="0"/>
      <dgm:spPr/>
      <dgm:t>
        <a:bodyPr/>
        <a:lstStyle/>
        <a:p>
          <a:endParaRPr lang="en-US"/>
        </a:p>
      </dgm:t>
    </dgm:pt>
    <dgm:pt modelId="{183A8213-1A52-46AC-8B9B-BADCD3967FDB}" type="pres">
      <dgm:prSet presAssocID="{13A9518F-E0FC-47EE-8320-237F671B921D}" presName="compNode" presStyleCnt="0"/>
      <dgm:spPr/>
    </dgm:pt>
    <dgm:pt modelId="{C5682080-E16C-4DDA-BDA4-B76F2CB9C5F2}" type="pres">
      <dgm:prSet presAssocID="{13A9518F-E0FC-47EE-8320-237F671B921D}" presName="node" presStyleLbl="node1" presStyleIdx="3" presStyleCnt="4">
        <dgm:presLayoutVars>
          <dgm:bulletEnabled val="1"/>
        </dgm:presLayoutVars>
      </dgm:prSet>
      <dgm:spPr/>
      <dgm:t>
        <a:bodyPr/>
        <a:lstStyle/>
        <a:p>
          <a:endParaRPr lang="en-US"/>
        </a:p>
      </dgm:t>
    </dgm:pt>
    <dgm:pt modelId="{108001C2-AE29-430B-BF40-AFAF928FF722}" type="pres">
      <dgm:prSet presAssocID="{13A9518F-E0FC-47EE-8320-237F671B921D}" presName="invisiNode" presStyleLbl="node1" presStyleIdx="3" presStyleCnt="4"/>
      <dgm:spPr/>
    </dgm:pt>
    <dgm:pt modelId="{BFDA52A9-1028-4950-96CC-D22EC8A0F224}" type="pres">
      <dgm:prSet presAssocID="{13A9518F-E0FC-47EE-8320-237F671B921D}" presName="imagNode" presStyleLbl="fgImgPlace1" presStyleIdx="3" presStyleCnt="4"/>
      <dgm:spPr>
        <a:blipFill rotWithShape="1">
          <a:blip xmlns:r="http://schemas.openxmlformats.org/officeDocument/2006/relationships" r:embed="rId4"/>
          <a:stretch>
            <a:fillRect/>
          </a:stretch>
        </a:blipFill>
      </dgm:spPr>
    </dgm:pt>
  </dgm:ptLst>
  <dgm:cxnLst>
    <dgm:cxn modelId="{99C140EC-ACBD-42F0-BD26-EE906EAD2EBD}" srcId="{ADCB69A5-835B-4152-8920-73637EDA855A}" destId="{92AA6C36-6C04-43B1-BB95-B4FF163E03B5}" srcOrd="1" destOrd="0" parTransId="{53CC275A-1072-42C4-BF5E-667A6838C5C4}" sibTransId="{B37797CE-585B-46DF-A484-F698B1A7BCBC}"/>
    <dgm:cxn modelId="{2292358D-CD94-4D63-8AF4-A337D936667E}" type="presOf" srcId="{92AA6C36-6C04-43B1-BB95-B4FF163E03B5}" destId="{56F2C42E-36D8-431C-B931-DFA17C8597AB}" srcOrd="0" destOrd="0" presId="urn:microsoft.com/office/officeart/2005/8/layout/pList2"/>
    <dgm:cxn modelId="{08B05C15-0976-456B-A301-B4F8E5CB3120}" type="presOf" srcId="{B37797CE-585B-46DF-A484-F698B1A7BCBC}" destId="{013934E2-DD18-4041-BE70-66C58BF57525}" srcOrd="0" destOrd="0" presId="urn:microsoft.com/office/officeart/2005/8/layout/pList2"/>
    <dgm:cxn modelId="{61ECB443-D00F-40B2-A212-870F5D06A9AA}" srcId="{ADCB69A5-835B-4152-8920-73637EDA855A}" destId="{13A9518F-E0FC-47EE-8320-237F671B921D}" srcOrd="3" destOrd="0" parTransId="{C3F93185-6A1B-4D81-A771-4856146A4C32}" sibTransId="{F5660121-CAF9-4AEF-84DD-38AF802509A2}"/>
    <dgm:cxn modelId="{EDB561A6-4F25-4023-B648-A7DCC9D712C9}" type="presOf" srcId="{ADCB69A5-835B-4152-8920-73637EDA855A}" destId="{0841C3BD-9C30-4E8F-A6E8-6D80F58D0C1F}" srcOrd="0" destOrd="0" presId="urn:microsoft.com/office/officeart/2005/8/layout/pList2"/>
    <dgm:cxn modelId="{6E9EB1B9-297D-423B-B9EF-C06DDA7032C9}" srcId="{ADCB69A5-835B-4152-8920-73637EDA855A}" destId="{4DF749BF-8BB5-444D-8848-1E68C1AFACF3}" srcOrd="2" destOrd="0" parTransId="{98FDC8EC-8AC9-45E1-87C2-ADB0913DF59B}" sibTransId="{4CB1ADCF-76E1-4048-BFFD-6C6C958C8D07}"/>
    <dgm:cxn modelId="{2540F7AA-F548-4EB9-85C6-1651627583A9}" type="presOf" srcId="{4DF749BF-8BB5-444D-8848-1E68C1AFACF3}" destId="{86E21D6D-7ADB-4CEA-B802-3A63585195ED}" srcOrd="0" destOrd="0" presId="urn:microsoft.com/office/officeart/2005/8/layout/pList2"/>
    <dgm:cxn modelId="{CECB4C70-5B70-4795-9608-52D863F39245}" srcId="{ADCB69A5-835B-4152-8920-73637EDA855A}" destId="{DC22CE21-A86B-4488-B239-B0F19D5FF6F1}" srcOrd="0" destOrd="0" parTransId="{0FB4B55D-1CA9-4BEA-8D3C-78B3912B6402}" sibTransId="{D6F2C52B-FAD4-45B0-8A6F-157319D70690}"/>
    <dgm:cxn modelId="{CA667FFD-B191-4D16-8EEB-3271564196E4}" type="presOf" srcId="{D6F2C52B-FAD4-45B0-8A6F-157319D70690}" destId="{A1E5D1D7-2613-4A0D-B9E5-3F76FAFC924F}" srcOrd="0" destOrd="0" presId="urn:microsoft.com/office/officeart/2005/8/layout/pList2"/>
    <dgm:cxn modelId="{DDABA8FE-E5A9-4A50-AEDE-FA389C00ECAC}" type="presOf" srcId="{DC22CE21-A86B-4488-B239-B0F19D5FF6F1}" destId="{6FD19EC7-FA28-49F8-966C-A4BDEFC9869D}" srcOrd="0" destOrd="0" presId="urn:microsoft.com/office/officeart/2005/8/layout/pList2"/>
    <dgm:cxn modelId="{0936FD90-6F75-43D7-9293-4105EC124089}" type="presOf" srcId="{4CB1ADCF-76E1-4048-BFFD-6C6C958C8D07}" destId="{83043AB8-93AF-4041-BE5A-02FE94CEDA77}" srcOrd="0" destOrd="0" presId="urn:microsoft.com/office/officeart/2005/8/layout/pList2"/>
    <dgm:cxn modelId="{BD75E6D5-56F0-4656-B888-B9FA9E47FA9C}" type="presOf" srcId="{13A9518F-E0FC-47EE-8320-237F671B921D}" destId="{C5682080-E16C-4DDA-BDA4-B76F2CB9C5F2}" srcOrd="0" destOrd="0" presId="urn:microsoft.com/office/officeart/2005/8/layout/pList2"/>
    <dgm:cxn modelId="{9B22A22F-34E8-4B93-82C8-2BD27DDD75FD}" type="presParOf" srcId="{0841C3BD-9C30-4E8F-A6E8-6D80F58D0C1F}" destId="{A5680A78-8890-4D04-987F-6910DED68D5A}" srcOrd="0" destOrd="0" presId="urn:microsoft.com/office/officeart/2005/8/layout/pList2"/>
    <dgm:cxn modelId="{79A6BB1B-F5C2-4E30-9D93-5C743F27AC8B}" type="presParOf" srcId="{0841C3BD-9C30-4E8F-A6E8-6D80F58D0C1F}" destId="{07A82376-5389-4C1F-9FB0-15BB3E81AD6E}" srcOrd="1" destOrd="0" presId="urn:microsoft.com/office/officeart/2005/8/layout/pList2"/>
    <dgm:cxn modelId="{27628D3D-51B5-4A8E-8B11-F28EFB2B0288}" type="presParOf" srcId="{07A82376-5389-4C1F-9FB0-15BB3E81AD6E}" destId="{810FC3D4-EB11-4E13-8AD8-B0C6B8B2BD0E}" srcOrd="0" destOrd="0" presId="urn:microsoft.com/office/officeart/2005/8/layout/pList2"/>
    <dgm:cxn modelId="{BE297F14-0A19-4EC6-952F-42B1F2C6665B}" type="presParOf" srcId="{810FC3D4-EB11-4E13-8AD8-B0C6B8B2BD0E}" destId="{6FD19EC7-FA28-49F8-966C-A4BDEFC9869D}" srcOrd="0" destOrd="0" presId="urn:microsoft.com/office/officeart/2005/8/layout/pList2"/>
    <dgm:cxn modelId="{4BD7BBA9-BD42-438A-B1C9-34E85FF21911}" type="presParOf" srcId="{810FC3D4-EB11-4E13-8AD8-B0C6B8B2BD0E}" destId="{1129A837-D36A-465A-AB80-1803243C1BFB}" srcOrd="1" destOrd="0" presId="urn:microsoft.com/office/officeart/2005/8/layout/pList2"/>
    <dgm:cxn modelId="{A210AE9F-2AB9-4444-874F-77E8E2A74948}" type="presParOf" srcId="{810FC3D4-EB11-4E13-8AD8-B0C6B8B2BD0E}" destId="{B2F38119-C018-4837-948D-9A47AFA112BF}" srcOrd="2" destOrd="0" presId="urn:microsoft.com/office/officeart/2005/8/layout/pList2"/>
    <dgm:cxn modelId="{DE05840C-BA39-4427-AF5E-A9DB1D110329}" type="presParOf" srcId="{07A82376-5389-4C1F-9FB0-15BB3E81AD6E}" destId="{A1E5D1D7-2613-4A0D-B9E5-3F76FAFC924F}" srcOrd="1" destOrd="0" presId="urn:microsoft.com/office/officeart/2005/8/layout/pList2"/>
    <dgm:cxn modelId="{CD2ACDD7-D5D8-48F8-8305-EAD1CEEFF96A}" type="presParOf" srcId="{07A82376-5389-4C1F-9FB0-15BB3E81AD6E}" destId="{614C62BC-F616-4654-83B6-C35B896DBA64}" srcOrd="2" destOrd="0" presId="urn:microsoft.com/office/officeart/2005/8/layout/pList2"/>
    <dgm:cxn modelId="{D72AA9D6-645B-4774-9FB2-6CE6EB7214BB}" type="presParOf" srcId="{614C62BC-F616-4654-83B6-C35B896DBA64}" destId="{56F2C42E-36D8-431C-B931-DFA17C8597AB}" srcOrd="0" destOrd="0" presId="urn:microsoft.com/office/officeart/2005/8/layout/pList2"/>
    <dgm:cxn modelId="{F98C222B-A2FD-4CA1-9061-555B2F430345}" type="presParOf" srcId="{614C62BC-F616-4654-83B6-C35B896DBA64}" destId="{6D7684DE-2FC9-4DBD-A59E-A08321ECC7E9}" srcOrd="1" destOrd="0" presId="urn:microsoft.com/office/officeart/2005/8/layout/pList2"/>
    <dgm:cxn modelId="{9867F7D9-8370-4145-9B05-C99295A36DC5}" type="presParOf" srcId="{614C62BC-F616-4654-83B6-C35B896DBA64}" destId="{7F702956-B151-4809-A681-072800BFEB7F}" srcOrd="2" destOrd="0" presId="urn:microsoft.com/office/officeart/2005/8/layout/pList2"/>
    <dgm:cxn modelId="{3DFFD1B1-737C-47AA-ACFC-25D9A899089F}" type="presParOf" srcId="{07A82376-5389-4C1F-9FB0-15BB3E81AD6E}" destId="{013934E2-DD18-4041-BE70-66C58BF57525}" srcOrd="3" destOrd="0" presId="urn:microsoft.com/office/officeart/2005/8/layout/pList2"/>
    <dgm:cxn modelId="{085D1E58-A22B-4A9A-A247-3CECE2391D97}" type="presParOf" srcId="{07A82376-5389-4C1F-9FB0-15BB3E81AD6E}" destId="{C5B04AE8-CDCE-4A49-A41F-66E5E6DD66D2}" srcOrd="4" destOrd="0" presId="urn:microsoft.com/office/officeart/2005/8/layout/pList2"/>
    <dgm:cxn modelId="{5B6A9E4C-E9D3-4AAE-A8B4-E21E967C33F7}" type="presParOf" srcId="{C5B04AE8-CDCE-4A49-A41F-66E5E6DD66D2}" destId="{86E21D6D-7ADB-4CEA-B802-3A63585195ED}" srcOrd="0" destOrd="0" presId="urn:microsoft.com/office/officeart/2005/8/layout/pList2"/>
    <dgm:cxn modelId="{3F5A11E9-67CF-4A54-AD01-DD05DC8BD0B6}" type="presParOf" srcId="{C5B04AE8-CDCE-4A49-A41F-66E5E6DD66D2}" destId="{7FC9547C-119B-4932-B067-D18E0E2B88AF}" srcOrd="1" destOrd="0" presId="urn:microsoft.com/office/officeart/2005/8/layout/pList2"/>
    <dgm:cxn modelId="{1338042B-BDBF-4C30-BCF0-2AFC2C21811F}" type="presParOf" srcId="{C5B04AE8-CDCE-4A49-A41F-66E5E6DD66D2}" destId="{501B7547-4D0D-4DF5-AE0C-DB5F5EEA591F}" srcOrd="2" destOrd="0" presId="urn:microsoft.com/office/officeart/2005/8/layout/pList2"/>
    <dgm:cxn modelId="{4765E41D-5092-4664-B0E7-86FBFF90C78B}" type="presParOf" srcId="{07A82376-5389-4C1F-9FB0-15BB3E81AD6E}" destId="{83043AB8-93AF-4041-BE5A-02FE94CEDA77}" srcOrd="5" destOrd="0" presId="urn:microsoft.com/office/officeart/2005/8/layout/pList2"/>
    <dgm:cxn modelId="{2F6E0013-1318-4D10-9499-8E1A704F9395}" type="presParOf" srcId="{07A82376-5389-4C1F-9FB0-15BB3E81AD6E}" destId="{183A8213-1A52-46AC-8B9B-BADCD3967FDB}" srcOrd="6" destOrd="0" presId="urn:microsoft.com/office/officeart/2005/8/layout/pList2"/>
    <dgm:cxn modelId="{D249B971-3011-4E09-8ACE-6AFDC0ED0F10}" type="presParOf" srcId="{183A8213-1A52-46AC-8B9B-BADCD3967FDB}" destId="{C5682080-E16C-4DDA-BDA4-B76F2CB9C5F2}" srcOrd="0" destOrd="0" presId="urn:microsoft.com/office/officeart/2005/8/layout/pList2"/>
    <dgm:cxn modelId="{49031BD4-0D85-48E0-88D0-71746C4D603F}" type="presParOf" srcId="{183A8213-1A52-46AC-8B9B-BADCD3967FDB}" destId="{108001C2-AE29-430B-BF40-AFAF928FF722}" srcOrd="1" destOrd="0" presId="urn:microsoft.com/office/officeart/2005/8/layout/pList2"/>
    <dgm:cxn modelId="{ABCCD085-FDD5-4F67-9D20-48C2F41CA588}" type="presParOf" srcId="{183A8213-1A52-46AC-8B9B-BADCD3967FDB}" destId="{BFDA52A9-1028-4950-96CC-D22EC8A0F224}"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9C848FA-8675-4BC5-8D84-894526FB061E}" type="doc">
      <dgm:prSet loTypeId="urn:microsoft.com/office/officeart/2008/layout/AscendingPictureAccentProcess" loCatId="picture" qsTypeId="urn:microsoft.com/office/officeart/2005/8/quickstyle/3d3" qsCatId="3D" csTypeId="urn:microsoft.com/office/officeart/2005/8/colors/accent0_2" csCatId="mainScheme" phldr="1"/>
      <dgm:spPr/>
      <dgm:t>
        <a:bodyPr/>
        <a:lstStyle/>
        <a:p>
          <a:endParaRPr lang="en-US"/>
        </a:p>
      </dgm:t>
    </dgm:pt>
    <dgm:pt modelId="{B7969377-9033-4BE6-B247-1C3C73C2E550}">
      <dgm:prSet phldrT="[Text]" custT="1"/>
      <dgm:spPr/>
      <dgm:t>
        <a:bodyPr/>
        <a:lstStyle/>
        <a:p>
          <a:pPr algn="l"/>
          <a:r>
            <a:rPr lang="en-US" sz="1600" b="1" dirty="0" smtClean="0">
              <a:solidFill>
                <a:schemeClr val="bg1">
                  <a:lumMod val="50000"/>
                </a:schemeClr>
              </a:solidFill>
              <a:latin typeface="Times New Roman" panose="02020603050405020304" pitchFamily="18" charset="0"/>
              <a:cs typeface="Times New Roman" panose="02020603050405020304" pitchFamily="18" charset="0"/>
            </a:rPr>
            <a:t>Setting up the work environment</a:t>
          </a:r>
          <a:endParaRPr lang="en-US" sz="1600" b="1" dirty="0">
            <a:solidFill>
              <a:schemeClr val="bg1">
                <a:lumMod val="50000"/>
              </a:schemeClr>
            </a:solidFill>
            <a:latin typeface="Times New Roman" panose="02020603050405020304" pitchFamily="18" charset="0"/>
            <a:cs typeface="Times New Roman" panose="02020603050405020304" pitchFamily="18" charset="0"/>
          </a:endParaRPr>
        </a:p>
      </dgm:t>
    </dgm:pt>
    <dgm:pt modelId="{92049591-0100-451E-90A3-E58C9858F762}" type="parTrans" cxnId="{1449B492-B66C-4CBF-9D11-D50D51D35B3F}">
      <dgm:prSet/>
      <dgm:spPr/>
      <dgm:t>
        <a:bodyPr/>
        <a:lstStyle/>
        <a:p>
          <a:endParaRPr lang="en-US"/>
        </a:p>
      </dgm:t>
    </dgm:pt>
    <dgm:pt modelId="{CAF6A998-2407-4129-BA4B-3704FD548C97}" type="sibTrans" cxnId="{1449B492-B66C-4CBF-9D11-D50D51D35B3F}">
      <dgm:prSet/>
      <dgm:spPr>
        <a:blipFill rotWithShape="1">
          <a:blip xmlns:r="http://schemas.openxmlformats.org/officeDocument/2006/relationships" r:embed="rId1"/>
          <a:stretch>
            <a:fillRect/>
          </a:stretch>
        </a:blipFill>
      </dgm:spPr>
      <dgm:t>
        <a:bodyPr/>
        <a:lstStyle/>
        <a:p>
          <a:endParaRPr lang="en-US"/>
        </a:p>
      </dgm:t>
    </dgm:pt>
    <dgm:pt modelId="{D82C774B-7691-4D55-B7F9-A50904A83C5F}">
      <dgm:prSet phldrT="[Text]" custT="1"/>
      <dgm:spPr/>
      <dgm:t>
        <a:bodyPr/>
        <a:lstStyle/>
        <a:p>
          <a:r>
            <a:rPr lang="en-US" sz="2000" b="1" dirty="0" smtClean="0">
              <a:solidFill>
                <a:schemeClr val="bg1">
                  <a:lumMod val="50000"/>
                </a:schemeClr>
              </a:solidFill>
              <a:latin typeface="Times New Roman" panose="02020603050405020304" pitchFamily="18" charset="0"/>
              <a:cs typeface="Times New Roman" panose="02020603050405020304" pitchFamily="18" charset="0"/>
            </a:rPr>
            <a:t>Tests and Assessment</a:t>
          </a:r>
          <a:endParaRPr lang="en-US" sz="2000" b="1" dirty="0">
            <a:solidFill>
              <a:schemeClr val="bg1">
                <a:lumMod val="50000"/>
              </a:schemeClr>
            </a:solidFill>
            <a:latin typeface="Times New Roman" panose="02020603050405020304" pitchFamily="18" charset="0"/>
            <a:cs typeface="Times New Roman" panose="02020603050405020304" pitchFamily="18" charset="0"/>
          </a:endParaRPr>
        </a:p>
      </dgm:t>
    </dgm:pt>
    <dgm:pt modelId="{99A2B5E5-C81E-4199-B981-754F46860309}" type="parTrans" cxnId="{A84A88CB-B8EB-433E-A710-6B8CC7DC7803}">
      <dgm:prSet/>
      <dgm:spPr/>
      <dgm:t>
        <a:bodyPr/>
        <a:lstStyle/>
        <a:p>
          <a:endParaRPr lang="en-US"/>
        </a:p>
      </dgm:t>
    </dgm:pt>
    <dgm:pt modelId="{3F2814CB-140A-4F49-8B9D-D54B7D49A9B6}" type="sibTrans" cxnId="{A84A88CB-B8EB-433E-A710-6B8CC7DC7803}">
      <dgm:prSet/>
      <dgm:spPr>
        <a:blipFill rotWithShape="1">
          <a:blip xmlns:r="http://schemas.openxmlformats.org/officeDocument/2006/relationships" r:embed="rId2"/>
          <a:stretch>
            <a:fillRect/>
          </a:stretch>
        </a:blipFill>
      </dgm:spPr>
      <dgm:t>
        <a:bodyPr/>
        <a:lstStyle/>
        <a:p>
          <a:endParaRPr lang="en-US"/>
        </a:p>
      </dgm:t>
    </dgm:pt>
    <dgm:pt modelId="{07F2E29E-4DD5-44A2-9D3D-29676ADA023E}">
      <dgm:prSet phldrT="[Text]" custT="1"/>
      <dgm:spPr/>
      <dgm:t>
        <a:bodyPr/>
        <a:lstStyle/>
        <a:p>
          <a:pPr algn="ctr"/>
          <a:r>
            <a:rPr lang="en-US" sz="2000" b="1" dirty="0" smtClean="0">
              <a:solidFill>
                <a:schemeClr val="bg1">
                  <a:lumMod val="50000"/>
                </a:schemeClr>
              </a:solidFill>
              <a:latin typeface="Times New Roman" panose="02020603050405020304" pitchFamily="18" charset="0"/>
              <a:cs typeface="Times New Roman" panose="02020603050405020304" pitchFamily="18" charset="0"/>
            </a:rPr>
            <a:t>3D Localization</a:t>
          </a:r>
          <a:endParaRPr lang="en-US" sz="2000" b="1" dirty="0">
            <a:solidFill>
              <a:schemeClr val="bg1">
                <a:lumMod val="50000"/>
              </a:schemeClr>
            </a:solidFill>
            <a:latin typeface="Times New Roman" panose="02020603050405020304" pitchFamily="18" charset="0"/>
            <a:cs typeface="Times New Roman" panose="02020603050405020304" pitchFamily="18" charset="0"/>
          </a:endParaRPr>
        </a:p>
      </dgm:t>
    </dgm:pt>
    <dgm:pt modelId="{6C127453-0562-4263-82EB-7E719CD24F02}" type="parTrans" cxnId="{A78A3591-E4FA-434F-8B7A-CCDA4BE29C1B}">
      <dgm:prSet/>
      <dgm:spPr/>
      <dgm:t>
        <a:bodyPr/>
        <a:lstStyle/>
        <a:p>
          <a:endParaRPr lang="en-US"/>
        </a:p>
      </dgm:t>
    </dgm:pt>
    <dgm:pt modelId="{B22E6A01-930A-4A5A-9691-3D6E6BFA8C4D}" type="sibTrans" cxnId="{A78A3591-E4FA-434F-8B7A-CCDA4BE29C1B}">
      <dgm:prSet/>
      <dgm:spPr>
        <a:blipFill rotWithShape="1">
          <a:blip xmlns:r="http://schemas.openxmlformats.org/officeDocument/2006/relationships" r:embed="rId3"/>
          <a:stretch>
            <a:fillRect/>
          </a:stretch>
        </a:blipFill>
      </dgm:spPr>
      <dgm:t>
        <a:bodyPr/>
        <a:lstStyle/>
        <a:p>
          <a:endParaRPr lang="en-US"/>
        </a:p>
      </dgm:t>
    </dgm:pt>
    <dgm:pt modelId="{A8A26E37-99A5-4BEC-8D6C-35199D0A0ED6}">
      <dgm:prSet phldrT="[Text]" custT="1"/>
      <dgm:spPr/>
      <dgm:t>
        <a:bodyPr/>
        <a:lstStyle/>
        <a:p>
          <a:r>
            <a:rPr lang="en-US" sz="2000" b="1" dirty="0" smtClean="0">
              <a:solidFill>
                <a:schemeClr val="bg1">
                  <a:lumMod val="50000"/>
                </a:schemeClr>
              </a:solidFill>
              <a:latin typeface="Times New Roman" panose="02020603050405020304" pitchFamily="18" charset="0"/>
              <a:cs typeface="Times New Roman" panose="02020603050405020304" pitchFamily="18" charset="0"/>
            </a:rPr>
            <a:t>Build Simulation</a:t>
          </a:r>
          <a:endParaRPr lang="en-US" sz="2000" b="1" dirty="0">
            <a:solidFill>
              <a:schemeClr val="bg1">
                <a:lumMod val="50000"/>
              </a:schemeClr>
            </a:solidFill>
            <a:latin typeface="Times New Roman" panose="02020603050405020304" pitchFamily="18" charset="0"/>
            <a:cs typeface="Times New Roman" panose="02020603050405020304" pitchFamily="18" charset="0"/>
          </a:endParaRPr>
        </a:p>
      </dgm:t>
    </dgm:pt>
    <dgm:pt modelId="{4147406F-4669-44EA-9A85-2EC7A1C6CCD9}" type="parTrans" cxnId="{7838F37A-54AC-4C20-A885-5E89C4A9CF7A}">
      <dgm:prSet/>
      <dgm:spPr/>
      <dgm:t>
        <a:bodyPr/>
        <a:lstStyle/>
        <a:p>
          <a:endParaRPr lang="en-US"/>
        </a:p>
      </dgm:t>
    </dgm:pt>
    <dgm:pt modelId="{D88312FE-9751-43A6-A740-D374FE26354F}" type="sibTrans" cxnId="{7838F37A-54AC-4C20-A885-5E89C4A9CF7A}">
      <dgm:prSet/>
      <dgm:spPr>
        <a:blipFill rotWithShape="1">
          <a:blip xmlns:r="http://schemas.openxmlformats.org/officeDocument/2006/relationships" r:embed="rId4"/>
          <a:stretch>
            <a:fillRect/>
          </a:stretch>
        </a:blipFill>
      </dgm:spPr>
      <dgm:t>
        <a:bodyPr/>
        <a:lstStyle/>
        <a:p>
          <a:endParaRPr lang="en-US"/>
        </a:p>
      </dgm:t>
    </dgm:pt>
    <dgm:pt modelId="{C83CC39A-ACF4-4C46-9DF0-BF495E06A4D5}">
      <dgm:prSet phldrT="[Text]" custT="1"/>
      <dgm:spPr/>
      <dgm:t>
        <a:bodyPr/>
        <a:lstStyle/>
        <a:p>
          <a:pPr algn="ctr"/>
          <a:r>
            <a:rPr lang="en-US" sz="2000" b="1" dirty="0" smtClean="0">
              <a:solidFill>
                <a:schemeClr val="bg1">
                  <a:lumMod val="50000"/>
                </a:schemeClr>
              </a:solidFill>
              <a:latin typeface="Times New Roman" panose="02020603050405020304" pitchFamily="18" charset="0"/>
              <a:cs typeface="Times New Roman" panose="02020603050405020304" pitchFamily="18" charset="0"/>
            </a:rPr>
            <a:t>Develop Vision System</a:t>
          </a:r>
          <a:endParaRPr lang="en-US" sz="2000" b="1" dirty="0">
            <a:solidFill>
              <a:schemeClr val="bg1">
                <a:lumMod val="50000"/>
              </a:schemeClr>
            </a:solidFill>
            <a:latin typeface="Times New Roman" panose="02020603050405020304" pitchFamily="18" charset="0"/>
            <a:cs typeface="Times New Roman" panose="02020603050405020304" pitchFamily="18" charset="0"/>
          </a:endParaRPr>
        </a:p>
      </dgm:t>
    </dgm:pt>
    <dgm:pt modelId="{922CE23C-669A-4A42-9D09-247AB30231A9}" type="parTrans" cxnId="{9B688F78-B953-41AC-8D84-6CD83CD358BA}">
      <dgm:prSet/>
      <dgm:spPr/>
      <dgm:t>
        <a:bodyPr/>
        <a:lstStyle/>
        <a:p>
          <a:endParaRPr lang="en-US"/>
        </a:p>
      </dgm:t>
    </dgm:pt>
    <dgm:pt modelId="{6BCB8FAF-3963-4C96-85C8-1BEFF088CCF4}" type="sibTrans" cxnId="{9B688F78-B953-41AC-8D84-6CD83CD358BA}">
      <dgm:prSet/>
      <dgm:spPr>
        <a:blipFill rotWithShape="1">
          <a:blip xmlns:r="http://schemas.openxmlformats.org/officeDocument/2006/relationships" r:embed="rId5"/>
          <a:stretch>
            <a:fillRect/>
          </a:stretch>
        </a:blipFill>
      </dgm:spPr>
      <dgm:t>
        <a:bodyPr/>
        <a:lstStyle/>
        <a:p>
          <a:endParaRPr lang="en-US"/>
        </a:p>
      </dgm:t>
    </dgm:pt>
    <dgm:pt modelId="{0C54F011-BB60-4D8F-9ED3-CD898B93C3D2}" type="pres">
      <dgm:prSet presAssocID="{B9C848FA-8675-4BC5-8D84-894526FB061E}" presName="Name0" presStyleCnt="0">
        <dgm:presLayoutVars>
          <dgm:chMax val="7"/>
          <dgm:chPref val="7"/>
          <dgm:dir/>
        </dgm:presLayoutVars>
      </dgm:prSet>
      <dgm:spPr/>
      <dgm:t>
        <a:bodyPr/>
        <a:lstStyle/>
        <a:p>
          <a:endParaRPr lang="en-US"/>
        </a:p>
      </dgm:t>
    </dgm:pt>
    <dgm:pt modelId="{549620CD-E666-418C-BBF4-4F4EDBC71342}" type="pres">
      <dgm:prSet presAssocID="{B9C848FA-8675-4BC5-8D84-894526FB061E}" presName="dot1" presStyleLbl="alignNode1" presStyleIdx="0" presStyleCnt="15"/>
      <dgm:spPr/>
    </dgm:pt>
    <dgm:pt modelId="{075CFC5C-F044-49B8-B4DF-ACF487D67ACA}" type="pres">
      <dgm:prSet presAssocID="{B9C848FA-8675-4BC5-8D84-894526FB061E}" presName="dot2" presStyleLbl="alignNode1" presStyleIdx="1" presStyleCnt="15"/>
      <dgm:spPr/>
    </dgm:pt>
    <dgm:pt modelId="{74364B0F-D60C-4219-8B52-CC472C1027F2}" type="pres">
      <dgm:prSet presAssocID="{B9C848FA-8675-4BC5-8D84-894526FB061E}" presName="dot3" presStyleLbl="alignNode1" presStyleIdx="2" presStyleCnt="15"/>
      <dgm:spPr/>
    </dgm:pt>
    <dgm:pt modelId="{BD8F83D2-F2F8-4D05-8409-B666ECABBB0A}" type="pres">
      <dgm:prSet presAssocID="{B9C848FA-8675-4BC5-8D84-894526FB061E}" presName="dot4" presStyleLbl="alignNode1" presStyleIdx="3" presStyleCnt="15"/>
      <dgm:spPr/>
    </dgm:pt>
    <dgm:pt modelId="{5F4BF4E1-D15B-4F2F-8BC5-2AFA320A801D}" type="pres">
      <dgm:prSet presAssocID="{B9C848FA-8675-4BC5-8D84-894526FB061E}" presName="dot5" presStyleLbl="alignNode1" presStyleIdx="4" presStyleCnt="15"/>
      <dgm:spPr/>
    </dgm:pt>
    <dgm:pt modelId="{EC31C2C8-A29F-4409-9C24-CF6B7DC5F988}" type="pres">
      <dgm:prSet presAssocID="{B9C848FA-8675-4BC5-8D84-894526FB061E}" presName="dot6" presStyleLbl="alignNode1" presStyleIdx="5" presStyleCnt="15"/>
      <dgm:spPr/>
    </dgm:pt>
    <dgm:pt modelId="{FAFC891D-E5A6-486B-BDD1-C0A6D50A24C2}" type="pres">
      <dgm:prSet presAssocID="{B9C848FA-8675-4BC5-8D84-894526FB061E}" presName="dot7" presStyleLbl="alignNode1" presStyleIdx="6" presStyleCnt="15"/>
      <dgm:spPr/>
    </dgm:pt>
    <dgm:pt modelId="{822F980C-75F0-4505-BDC5-05621C61F28C}" type="pres">
      <dgm:prSet presAssocID="{B9C848FA-8675-4BC5-8D84-894526FB061E}" presName="dot8" presStyleLbl="alignNode1" presStyleIdx="7" presStyleCnt="15"/>
      <dgm:spPr/>
    </dgm:pt>
    <dgm:pt modelId="{B79138A8-5AAD-45B5-A775-69BBC405C050}" type="pres">
      <dgm:prSet presAssocID="{B9C848FA-8675-4BC5-8D84-894526FB061E}" presName="dotArrow1" presStyleLbl="alignNode1" presStyleIdx="8" presStyleCnt="15"/>
      <dgm:spPr/>
    </dgm:pt>
    <dgm:pt modelId="{41C5417B-DCFF-4899-BC9D-8DD1404FA476}" type="pres">
      <dgm:prSet presAssocID="{B9C848FA-8675-4BC5-8D84-894526FB061E}" presName="dotArrow2" presStyleLbl="alignNode1" presStyleIdx="9" presStyleCnt="15"/>
      <dgm:spPr/>
    </dgm:pt>
    <dgm:pt modelId="{2BEAF290-7005-4262-B674-BCF4B833EECE}" type="pres">
      <dgm:prSet presAssocID="{B9C848FA-8675-4BC5-8D84-894526FB061E}" presName="dotArrow3" presStyleLbl="alignNode1" presStyleIdx="10" presStyleCnt="15"/>
      <dgm:spPr/>
    </dgm:pt>
    <dgm:pt modelId="{D0A6CCD8-4EA5-4F2C-9F86-C9254A079C3F}" type="pres">
      <dgm:prSet presAssocID="{B9C848FA-8675-4BC5-8D84-894526FB061E}" presName="dotArrow4" presStyleLbl="alignNode1" presStyleIdx="11" presStyleCnt="15"/>
      <dgm:spPr/>
    </dgm:pt>
    <dgm:pt modelId="{05244CA8-ADDE-4188-B862-70B9016BAC9F}" type="pres">
      <dgm:prSet presAssocID="{B9C848FA-8675-4BC5-8D84-894526FB061E}" presName="dotArrow5" presStyleLbl="alignNode1" presStyleIdx="12" presStyleCnt="15"/>
      <dgm:spPr/>
    </dgm:pt>
    <dgm:pt modelId="{12FE852F-F49B-4E15-9DC4-9BAAE25D79A7}" type="pres">
      <dgm:prSet presAssocID="{B9C848FA-8675-4BC5-8D84-894526FB061E}" presName="dotArrow6" presStyleLbl="alignNode1" presStyleIdx="13" presStyleCnt="15"/>
      <dgm:spPr/>
    </dgm:pt>
    <dgm:pt modelId="{5D93FA91-F698-4663-AB63-6380C0FF9BBA}" type="pres">
      <dgm:prSet presAssocID="{B9C848FA-8675-4BC5-8D84-894526FB061E}" presName="dotArrow7" presStyleLbl="alignNode1" presStyleIdx="14" presStyleCnt="15"/>
      <dgm:spPr/>
    </dgm:pt>
    <dgm:pt modelId="{AD4218F7-FE4C-45AC-B9A2-0C88912C0548}" type="pres">
      <dgm:prSet presAssocID="{B7969377-9033-4BE6-B247-1C3C73C2E550}" presName="parTx1" presStyleLbl="node1" presStyleIdx="0" presStyleCnt="5" custLinFactNeighborX="-7508" custLinFactNeighborY="11430"/>
      <dgm:spPr/>
      <dgm:t>
        <a:bodyPr/>
        <a:lstStyle/>
        <a:p>
          <a:endParaRPr lang="en-US"/>
        </a:p>
      </dgm:t>
    </dgm:pt>
    <dgm:pt modelId="{042B7FE7-4B26-4D02-8DA4-8E6E324BB8A7}" type="pres">
      <dgm:prSet presAssocID="{CAF6A998-2407-4129-BA4B-3704FD548C97}" presName="picture1" presStyleCnt="0"/>
      <dgm:spPr/>
    </dgm:pt>
    <dgm:pt modelId="{9E62B795-1F5C-4EE6-B1D7-FEA2CEC9DA15}" type="pres">
      <dgm:prSet presAssocID="{CAF6A998-2407-4129-BA4B-3704FD548C97}" presName="imageRepeatNode" presStyleLbl="fgImgPlace1" presStyleIdx="0" presStyleCnt="5" custLinFactNeighborX="-24282" custLinFactNeighborY="-5486"/>
      <dgm:spPr/>
      <dgm:t>
        <a:bodyPr/>
        <a:lstStyle/>
        <a:p>
          <a:endParaRPr lang="en-US"/>
        </a:p>
      </dgm:t>
    </dgm:pt>
    <dgm:pt modelId="{30180973-35CB-4946-8387-269B1B438720}" type="pres">
      <dgm:prSet presAssocID="{A8A26E37-99A5-4BEC-8D6C-35199D0A0ED6}" presName="parTx2" presStyleLbl="node1" presStyleIdx="1" presStyleCnt="5"/>
      <dgm:spPr/>
      <dgm:t>
        <a:bodyPr/>
        <a:lstStyle/>
        <a:p>
          <a:endParaRPr lang="en-US"/>
        </a:p>
      </dgm:t>
    </dgm:pt>
    <dgm:pt modelId="{9E46F4BD-D395-424B-BBA6-D4DC9CEE3027}" type="pres">
      <dgm:prSet presAssocID="{D88312FE-9751-43A6-A740-D374FE26354F}" presName="picture2" presStyleCnt="0"/>
      <dgm:spPr/>
    </dgm:pt>
    <dgm:pt modelId="{17D6786F-AD0E-4F73-A88E-EBE9F07F43A2}" type="pres">
      <dgm:prSet presAssocID="{D88312FE-9751-43A6-A740-D374FE26354F}" presName="imageRepeatNode" presStyleLbl="fgImgPlace1" presStyleIdx="1" presStyleCnt="5" custLinFactNeighborX="-30757" custLinFactNeighborY="-8098"/>
      <dgm:spPr/>
      <dgm:t>
        <a:bodyPr/>
        <a:lstStyle/>
        <a:p>
          <a:endParaRPr lang="en-US"/>
        </a:p>
      </dgm:t>
    </dgm:pt>
    <dgm:pt modelId="{1BC11817-6A13-431E-BA82-0D2057857AB2}" type="pres">
      <dgm:prSet presAssocID="{C83CC39A-ACF4-4C46-9DF0-BF495E06A4D5}" presName="parTx3" presStyleLbl="node1" presStyleIdx="2" presStyleCnt="5" custLinFactNeighborX="25226" custLinFactNeighborY="-22398"/>
      <dgm:spPr/>
      <dgm:t>
        <a:bodyPr/>
        <a:lstStyle/>
        <a:p>
          <a:endParaRPr lang="en-US"/>
        </a:p>
      </dgm:t>
    </dgm:pt>
    <dgm:pt modelId="{EE4CC60C-AB2D-4DEE-9B70-DA17CA3F0EE8}" type="pres">
      <dgm:prSet presAssocID="{6BCB8FAF-3963-4C96-85C8-1BEFF088CCF4}" presName="picture3" presStyleCnt="0"/>
      <dgm:spPr/>
    </dgm:pt>
    <dgm:pt modelId="{C78474EF-B527-4F25-BE6E-6FA902D5140B}" type="pres">
      <dgm:prSet presAssocID="{6BCB8FAF-3963-4C96-85C8-1BEFF088CCF4}" presName="imageRepeatNode" presStyleLbl="fgImgPlace1" presStyleIdx="2" presStyleCnt="5"/>
      <dgm:spPr/>
      <dgm:t>
        <a:bodyPr/>
        <a:lstStyle/>
        <a:p>
          <a:endParaRPr lang="en-US"/>
        </a:p>
      </dgm:t>
    </dgm:pt>
    <dgm:pt modelId="{24DA5A22-B8E2-4392-B8AF-4457A2DA32AF}" type="pres">
      <dgm:prSet presAssocID="{07F2E29E-4DD5-44A2-9D3D-29676ADA023E}" presName="parTx4" presStyleLbl="node1" presStyleIdx="3" presStyleCnt="5" custLinFactNeighborX="15016" custLinFactNeighborY="-8399"/>
      <dgm:spPr/>
      <dgm:t>
        <a:bodyPr/>
        <a:lstStyle/>
        <a:p>
          <a:endParaRPr lang="en-US"/>
        </a:p>
      </dgm:t>
    </dgm:pt>
    <dgm:pt modelId="{FD37908D-F30D-4BD4-B4F9-9634C4428381}" type="pres">
      <dgm:prSet presAssocID="{B22E6A01-930A-4A5A-9691-3D6E6BFA8C4D}" presName="picture4" presStyleCnt="0"/>
      <dgm:spPr/>
    </dgm:pt>
    <dgm:pt modelId="{DF13E5F2-2FF7-4853-BD53-E11E8D7FCFB3}" type="pres">
      <dgm:prSet presAssocID="{B22E6A01-930A-4A5A-9691-3D6E6BFA8C4D}" presName="imageRepeatNode" presStyleLbl="fgImgPlace1" presStyleIdx="3" presStyleCnt="5"/>
      <dgm:spPr/>
      <dgm:t>
        <a:bodyPr/>
        <a:lstStyle/>
        <a:p>
          <a:endParaRPr lang="en-US"/>
        </a:p>
      </dgm:t>
    </dgm:pt>
    <dgm:pt modelId="{4FB50CAE-3E5E-452F-9B20-E76B7FA1AE60}" type="pres">
      <dgm:prSet presAssocID="{D82C774B-7691-4D55-B7F9-A50904A83C5F}" presName="parTx5" presStyleLbl="node1" presStyleIdx="4" presStyleCnt="5" custLinFactNeighborX="19521" custLinFactNeighborY="-27997"/>
      <dgm:spPr/>
      <dgm:t>
        <a:bodyPr/>
        <a:lstStyle/>
        <a:p>
          <a:endParaRPr lang="en-US"/>
        </a:p>
      </dgm:t>
    </dgm:pt>
    <dgm:pt modelId="{A653FEF9-1942-4818-A139-715593A4C34D}" type="pres">
      <dgm:prSet presAssocID="{3F2814CB-140A-4F49-8B9D-D54B7D49A9B6}" presName="picture5" presStyleCnt="0"/>
      <dgm:spPr/>
    </dgm:pt>
    <dgm:pt modelId="{F57D3156-6592-454E-81B0-F7188FE5A2DC}" type="pres">
      <dgm:prSet presAssocID="{3F2814CB-140A-4F49-8B9D-D54B7D49A9B6}" presName="imageRepeatNode" presStyleLbl="fgImgPlace1" presStyleIdx="4" presStyleCnt="5"/>
      <dgm:spPr/>
      <dgm:t>
        <a:bodyPr/>
        <a:lstStyle/>
        <a:p>
          <a:endParaRPr lang="en-US"/>
        </a:p>
      </dgm:t>
    </dgm:pt>
  </dgm:ptLst>
  <dgm:cxnLst>
    <dgm:cxn modelId="{E4F675F8-CDAF-4C8E-922E-3BE16CA51546}" type="presOf" srcId="{C83CC39A-ACF4-4C46-9DF0-BF495E06A4D5}" destId="{1BC11817-6A13-431E-BA82-0D2057857AB2}" srcOrd="0" destOrd="0" presId="urn:microsoft.com/office/officeart/2008/layout/AscendingPictureAccentProcess"/>
    <dgm:cxn modelId="{C40DB4FB-6A63-4C8A-BB06-6344E915EA6F}" type="presOf" srcId="{A8A26E37-99A5-4BEC-8D6C-35199D0A0ED6}" destId="{30180973-35CB-4946-8387-269B1B438720}" srcOrd="0" destOrd="0" presId="urn:microsoft.com/office/officeart/2008/layout/AscendingPictureAccentProcess"/>
    <dgm:cxn modelId="{7838F37A-54AC-4C20-A885-5E89C4A9CF7A}" srcId="{B9C848FA-8675-4BC5-8D84-894526FB061E}" destId="{A8A26E37-99A5-4BEC-8D6C-35199D0A0ED6}" srcOrd="1" destOrd="0" parTransId="{4147406F-4669-44EA-9A85-2EC7A1C6CCD9}" sibTransId="{D88312FE-9751-43A6-A740-D374FE26354F}"/>
    <dgm:cxn modelId="{9B688F78-B953-41AC-8D84-6CD83CD358BA}" srcId="{B9C848FA-8675-4BC5-8D84-894526FB061E}" destId="{C83CC39A-ACF4-4C46-9DF0-BF495E06A4D5}" srcOrd="2" destOrd="0" parTransId="{922CE23C-669A-4A42-9D09-247AB30231A9}" sibTransId="{6BCB8FAF-3963-4C96-85C8-1BEFF088CCF4}"/>
    <dgm:cxn modelId="{A78A3591-E4FA-434F-8B7A-CCDA4BE29C1B}" srcId="{B9C848FA-8675-4BC5-8D84-894526FB061E}" destId="{07F2E29E-4DD5-44A2-9D3D-29676ADA023E}" srcOrd="3" destOrd="0" parTransId="{6C127453-0562-4263-82EB-7E719CD24F02}" sibTransId="{B22E6A01-930A-4A5A-9691-3D6E6BFA8C4D}"/>
    <dgm:cxn modelId="{BD9BBBE4-7F8D-48A8-BD31-5596136B6156}" type="presOf" srcId="{CAF6A998-2407-4129-BA4B-3704FD548C97}" destId="{9E62B795-1F5C-4EE6-B1D7-FEA2CEC9DA15}" srcOrd="0" destOrd="0" presId="urn:microsoft.com/office/officeart/2008/layout/AscendingPictureAccentProcess"/>
    <dgm:cxn modelId="{F048C3E6-7DC6-4CBF-BEF5-320C2EFBDEB6}" type="presOf" srcId="{B7969377-9033-4BE6-B247-1C3C73C2E550}" destId="{AD4218F7-FE4C-45AC-B9A2-0C88912C0548}" srcOrd="0" destOrd="0" presId="urn:microsoft.com/office/officeart/2008/layout/AscendingPictureAccentProcess"/>
    <dgm:cxn modelId="{1449B492-B66C-4CBF-9D11-D50D51D35B3F}" srcId="{B9C848FA-8675-4BC5-8D84-894526FB061E}" destId="{B7969377-9033-4BE6-B247-1C3C73C2E550}" srcOrd="0" destOrd="0" parTransId="{92049591-0100-451E-90A3-E58C9858F762}" sibTransId="{CAF6A998-2407-4129-BA4B-3704FD548C97}"/>
    <dgm:cxn modelId="{E8BB2769-9A1B-476F-8F79-2DA1DED356A5}" type="presOf" srcId="{B22E6A01-930A-4A5A-9691-3D6E6BFA8C4D}" destId="{DF13E5F2-2FF7-4853-BD53-E11E8D7FCFB3}" srcOrd="0" destOrd="0" presId="urn:microsoft.com/office/officeart/2008/layout/AscendingPictureAccentProcess"/>
    <dgm:cxn modelId="{A84A88CB-B8EB-433E-A710-6B8CC7DC7803}" srcId="{B9C848FA-8675-4BC5-8D84-894526FB061E}" destId="{D82C774B-7691-4D55-B7F9-A50904A83C5F}" srcOrd="4" destOrd="0" parTransId="{99A2B5E5-C81E-4199-B981-754F46860309}" sibTransId="{3F2814CB-140A-4F49-8B9D-D54B7D49A9B6}"/>
    <dgm:cxn modelId="{88390F04-87BD-4C16-A433-EE6F54122C74}" type="presOf" srcId="{D82C774B-7691-4D55-B7F9-A50904A83C5F}" destId="{4FB50CAE-3E5E-452F-9B20-E76B7FA1AE60}" srcOrd="0" destOrd="0" presId="urn:microsoft.com/office/officeart/2008/layout/AscendingPictureAccentProcess"/>
    <dgm:cxn modelId="{6A1DA6EF-732D-48F2-96E1-31BF04B3E400}" type="presOf" srcId="{D88312FE-9751-43A6-A740-D374FE26354F}" destId="{17D6786F-AD0E-4F73-A88E-EBE9F07F43A2}" srcOrd="0" destOrd="0" presId="urn:microsoft.com/office/officeart/2008/layout/AscendingPictureAccentProcess"/>
    <dgm:cxn modelId="{B1B80061-F1ED-4976-AF82-9559EC72FBD6}" type="presOf" srcId="{B9C848FA-8675-4BC5-8D84-894526FB061E}" destId="{0C54F011-BB60-4D8F-9ED3-CD898B93C3D2}" srcOrd="0" destOrd="0" presId="urn:microsoft.com/office/officeart/2008/layout/AscendingPictureAccentProcess"/>
    <dgm:cxn modelId="{51A5403C-127F-421B-B923-E2E1DB077709}" type="presOf" srcId="{3F2814CB-140A-4F49-8B9D-D54B7D49A9B6}" destId="{F57D3156-6592-454E-81B0-F7188FE5A2DC}" srcOrd="0" destOrd="0" presId="urn:microsoft.com/office/officeart/2008/layout/AscendingPictureAccentProcess"/>
    <dgm:cxn modelId="{3738E03C-0A79-46B4-B03A-D640F983F865}" type="presOf" srcId="{07F2E29E-4DD5-44A2-9D3D-29676ADA023E}" destId="{24DA5A22-B8E2-4392-B8AF-4457A2DA32AF}" srcOrd="0" destOrd="0" presId="urn:microsoft.com/office/officeart/2008/layout/AscendingPictureAccentProcess"/>
    <dgm:cxn modelId="{D4A667A2-7290-4A85-97A0-D0C9B04E78C0}" type="presOf" srcId="{6BCB8FAF-3963-4C96-85C8-1BEFF088CCF4}" destId="{C78474EF-B527-4F25-BE6E-6FA902D5140B}" srcOrd="0" destOrd="0" presId="urn:microsoft.com/office/officeart/2008/layout/AscendingPictureAccentProcess"/>
    <dgm:cxn modelId="{5894CE47-9C81-4E78-BB7F-F4B33AE2F2B3}" type="presParOf" srcId="{0C54F011-BB60-4D8F-9ED3-CD898B93C3D2}" destId="{549620CD-E666-418C-BBF4-4F4EDBC71342}" srcOrd="0" destOrd="0" presId="urn:microsoft.com/office/officeart/2008/layout/AscendingPictureAccentProcess"/>
    <dgm:cxn modelId="{6A041DCB-D8C7-40E6-91E7-41DEF54C2219}" type="presParOf" srcId="{0C54F011-BB60-4D8F-9ED3-CD898B93C3D2}" destId="{075CFC5C-F044-49B8-B4DF-ACF487D67ACA}" srcOrd="1" destOrd="0" presId="urn:microsoft.com/office/officeart/2008/layout/AscendingPictureAccentProcess"/>
    <dgm:cxn modelId="{DE508C2D-222F-4F9C-8A8F-AC3D5F475A39}" type="presParOf" srcId="{0C54F011-BB60-4D8F-9ED3-CD898B93C3D2}" destId="{74364B0F-D60C-4219-8B52-CC472C1027F2}" srcOrd="2" destOrd="0" presId="urn:microsoft.com/office/officeart/2008/layout/AscendingPictureAccentProcess"/>
    <dgm:cxn modelId="{F425109B-6BEF-45CC-A9E8-E2586B897A89}" type="presParOf" srcId="{0C54F011-BB60-4D8F-9ED3-CD898B93C3D2}" destId="{BD8F83D2-F2F8-4D05-8409-B666ECABBB0A}" srcOrd="3" destOrd="0" presId="urn:microsoft.com/office/officeart/2008/layout/AscendingPictureAccentProcess"/>
    <dgm:cxn modelId="{983ECF65-9223-4405-BE42-D02D94BD59CE}" type="presParOf" srcId="{0C54F011-BB60-4D8F-9ED3-CD898B93C3D2}" destId="{5F4BF4E1-D15B-4F2F-8BC5-2AFA320A801D}" srcOrd="4" destOrd="0" presId="urn:microsoft.com/office/officeart/2008/layout/AscendingPictureAccentProcess"/>
    <dgm:cxn modelId="{DB9E1E5C-088F-42E0-8638-F9F8E734D240}" type="presParOf" srcId="{0C54F011-BB60-4D8F-9ED3-CD898B93C3D2}" destId="{EC31C2C8-A29F-4409-9C24-CF6B7DC5F988}" srcOrd="5" destOrd="0" presId="urn:microsoft.com/office/officeart/2008/layout/AscendingPictureAccentProcess"/>
    <dgm:cxn modelId="{83112B48-F50A-47DC-BC9A-D7635C8FDE2F}" type="presParOf" srcId="{0C54F011-BB60-4D8F-9ED3-CD898B93C3D2}" destId="{FAFC891D-E5A6-486B-BDD1-C0A6D50A24C2}" srcOrd="6" destOrd="0" presId="urn:microsoft.com/office/officeart/2008/layout/AscendingPictureAccentProcess"/>
    <dgm:cxn modelId="{F15E73BB-4BAA-4711-9BF8-B71CF882F534}" type="presParOf" srcId="{0C54F011-BB60-4D8F-9ED3-CD898B93C3D2}" destId="{822F980C-75F0-4505-BDC5-05621C61F28C}" srcOrd="7" destOrd="0" presId="urn:microsoft.com/office/officeart/2008/layout/AscendingPictureAccentProcess"/>
    <dgm:cxn modelId="{FDCACCEE-F4B8-42F8-962F-3E4A52ED6621}" type="presParOf" srcId="{0C54F011-BB60-4D8F-9ED3-CD898B93C3D2}" destId="{B79138A8-5AAD-45B5-A775-69BBC405C050}" srcOrd="8" destOrd="0" presId="urn:microsoft.com/office/officeart/2008/layout/AscendingPictureAccentProcess"/>
    <dgm:cxn modelId="{CC32DFD5-77CC-4B25-803D-42A6550969D9}" type="presParOf" srcId="{0C54F011-BB60-4D8F-9ED3-CD898B93C3D2}" destId="{41C5417B-DCFF-4899-BC9D-8DD1404FA476}" srcOrd="9" destOrd="0" presId="urn:microsoft.com/office/officeart/2008/layout/AscendingPictureAccentProcess"/>
    <dgm:cxn modelId="{C8454AD1-5129-479C-BE16-ACEA07465B3F}" type="presParOf" srcId="{0C54F011-BB60-4D8F-9ED3-CD898B93C3D2}" destId="{2BEAF290-7005-4262-B674-BCF4B833EECE}" srcOrd="10" destOrd="0" presId="urn:microsoft.com/office/officeart/2008/layout/AscendingPictureAccentProcess"/>
    <dgm:cxn modelId="{32A3D49F-F7E5-448C-B5E9-FE75911A5E18}" type="presParOf" srcId="{0C54F011-BB60-4D8F-9ED3-CD898B93C3D2}" destId="{D0A6CCD8-4EA5-4F2C-9F86-C9254A079C3F}" srcOrd="11" destOrd="0" presId="urn:microsoft.com/office/officeart/2008/layout/AscendingPictureAccentProcess"/>
    <dgm:cxn modelId="{95276A62-16D1-4789-82AD-D8DDA9D5A9D0}" type="presParOf" srcId="{0C54F011-BB60-4D8F-9ED3-CD898B93C3D2}" destId="{05244CA8-ADDE-4188-B862-70B9016BAC9F}" srcOrd="12" destOrd="0" presId="urn:microsoft.com/office/officeart/2008/layout/AscendingPictureAccentProcess"/>
    <dgm:cxn modelId="{34FE2CB2-C8A7-44AE-A386-7182EF6B3FCA}" type="presParOf" srcId="{0C54F011-BB60-4D8F-9ED3-CD898B93C3D2}" destId="{12FE852F-F49B-4E15-9DC4-9BAAE25D79A7}" srcOrd="13" destOrd="0" presId="urn:microsoft.com/office/officeart/2008/layout/AscendingPictureAccentProcess"/>
    <dgm:cxn modelId="{5253C3E8-F9C3-45FF-AF0B-94E9EB5FE425}" type="presParOf" srcId="{0C54F011-BB60-4D8F-9ED3-CD898B93C3D2}" destId="{5D93FA91-F698-4663-AB63-6380C0FF9BBA}" srcOrd="14" destOrd="0" presId="urn:microsoft.com/office/officeart/2008/layout/AscendingPictureAccentProcess"/>
    <dgm:cxn modelId="{E114E1E5-AEB9-4A70-B432-225D3C02F2FB}" type="presParOf" srcId="{0C54F011-BB60-4D8F-9ED3-CD898B93C3D2}" destId="{AD4218F7-FE4C-45AC-B9A2-0C88912C0548}" srcOrd="15" destOrd="0" presId="urn:microsoft.com/office/officeart/2008/layout/AscendingPictureAccentProcess"/>
    <dgm:cxn modelId="{65A1D44B-43C4-47E0-A629-4F66BF584A3F}" type="presParOf" srcId="{0C54F011-BB60-4D8F-9ED3-CD898B93C3D2}" destId="{042B7FE7-4B26-4D02-8DA4-8E6E324BB8A7}" srcOrd="16" destOrd="0" presId="urn:microsoft.com/office/officeart/2008/layout/AscendingPictureAccentProcess"/>
    <dgm:cxn modelId="{1F07D1FC-F54E-4BAC-A5B4-746B629BE285}" type="presParOf" srcId="{042B7FE7-4B26-4D02-8DA4-8E6E324BB8A7}" destId="{9E62B795-1F5C-4EE6-B1D7-FEA2CEC9DA15}" srcOrd="0" destOrd="0" presId="urn:microsoft.com/office/officeart/2008/layout/AscendingPictureAccentProcess"/>
    <dgm:cxn modelId="{C38E06F5-F734-4985-A48B-AB36B9B89B0C}" type="presParOf" srcId="{0C54F011-BB60-4D8F-9ED3-CD898B93C3D2}" destId="{30180973-35CB-4946-8387-269B1B438720}" srcOrd="17" destOrd="0" presId="urn:microsoft.com/office/officeart/2008/layout/AscendingPictureAccentProcess"/>
    <dgm:cxn modelId="{66BBC2D1-8B70-48CB-AC76-5C05836BF2D7}" type="presParOf" srcId="{0C54F011-BB60-4D8F-9ED3-CD898B93C3D2}" destId="{9E46F4BD-D395-424B-BBA6-D4DC9CEE3027}" srcOrd="18" destOrd="0" presId="urn:microsoft.com/office/officeart/2008/layout/AscendingPictureAccentProcess"/>
    <dgm:cxn modelId="{D042FD2C-65E2-44B5-B0F2-44750FE265EA}" type="presParOf" srcId="{9E46F4BD-D395-424B-BBA6-D4DC9CEE3027}" destId="{17D6786F-AD0E-4F73-A88E-EBE9F07F43A2}" srcOrd="0" destOrd="0" presId="urn:microsoft.com/office/officeart/2008/layout/AscendingPictureAccentProcess"/>
    <dgm:cxn modelId="{50CAB015-8ECC-4A3D-8A44-EE99D855361A}" type="presParOf" srcId="{0C54F011-BB60-4D8F-9ED3-CD898B93C3D2}" destId="{1BC11817-6A13-431E-BA82-0D2057857AB2}" srcOrd="19" destOrd="0" presId="urn:microsoft.com/office/officeart/2008/layout/AscendingPictureAccentProcess"/>
    <dgm:cxn modelId="{CDD25B32-F8A7-4692-9EF0-F62FA5E9AF8E}" type="presParOf" srcId="{0C54F011-BB60-4D8F-9ED3-CD898B93C3D2}" destId="{EE4CC60C-AB2D-4DEE-9B70-DA17CA3F0EE8}" srcOrd="20" destOrd="0" presId="urn:microsoft.com/office/officeart/2008/layout/AscendingPictureAccentProcess"/>
    <dgm:cxn modelId="{F63B24CD-5291-4ED4-B942-5FCAA3FFF09E}" type="presParOf" srcId="{EE4CC60C-AB2D-4DEE-9B70-DA17CA3F0EE8}" destId="{C78474EF-B527-4F25-BE6E-6FA902D5140B}" srcOrd="0" destOrd="0" presId="urn:microsoft.com/office/officeart/2008/layout/AscendingPictureAccentProcess"/>
    <dgm:cxn modelId="{24E451AF-78E3-46C8-AECB-DE54254F6B7D}" type="presParOf" srcId="{0C54F011-BB60-4D8F-9ED3-CD898B93C3D2}" destId="{24DA5A22-B8E2-4392-B8AF-4457A2DA32AF}" srcOrd="21" destOrd="0" presId="urn:microsoft.com/office/officeart/2008/layout/AscendingPictureAccentProcess"/>
    <dgm:cxn modelId="{3727CFB7-EE32-480A-9583-84F90FA7AF33}" type="presParOf" srcId="{0C54F011-BB60-4D8F-9ED3-CD898B93C3D2}" destId="{FD37908D-F30D-4BD4-B4F9-9634C4428381}" srcOrd="22" destOrd="0" presId="urn:microsoft.com/office/officeart/2008/layout/AscendingPictureAccentProcess"/>
    <dgm:cxn modelId="{7D272320-97A3-4988-A668-55100EC21E64}" type="presParOf" srcId="{FD37908D-F30D-4BD4-B4F9-9634C4428381}" destId="{DF13E5F2-2FF7-4853-BD53-E11E8D7FCFB3}" srcOrd="0" destOrd="0" presId="urn:microsoft.com/office/officeart/2008/layout/AscendingPictureAccentProcess"/>
    <dgm:cxn modelId="{AB23C631-66A1-471E-A524-03BE4FC94953}" type="presParOf" srcId="{0C54F011-BB60-4D8F-9ED3-CD898B93C3D2}" destId="{4FB50CAE-3E5E-452F-9B20-E76B7FA1AE60}" srcOrd="23" destOrd="0" presId="urn:microsoft.com/office/officeart/2008/layout/AscendingPictureAccentProcess"/>
    <dgm:cxn modelId="{FFFC993E-3EC0-42B8-8A72-FD3AB94C44F2}" type="presParOf" srcId="{0C54F011-BB60-4D8F-9ED3-CD898B93C3D2}" destId="{A653FEF9-1942-4818-A139-715593A4C34D}" srcOrd="24" destOrd="0" presId="urn:microsoft.com/office/officeart/2008/layout/AscendingPictureAccentProcess"/>
    <dgm:cxn modelId="{3E13410B-8E94-4FB8-8ADB-B80B4BB14445}" type="presParOf" srcId="{A653FEF9-1942-4818-A139-715593A4C34D}" destId="{F57D3156-6592-454E-81B0-F7188FE5A2DC}" srcOrd="0" destOrd="0" presId="urn:microsoft.com/office/officeart/2008/layout/AscendingPictureAccen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177368-8739-43C4-A5F5-9043F0A317EB}">
      <dsp:nvSpPr>
        <dsp:cNvPr id="0" name=""/>
        <dsp:cNvSpPr/>
      </dsp:nvSpPr>
      <dsp:spPr>
        <a:xfrm>
          <a:off x="2596592" y="644959"/>
          <a:ext cx="5195822" cy="5195822"/>
        </a:xfrm>
        <a:prstGeom prst="blockArc">
          <a:avLst>
            <a:gd name="adj1" fmla="val 12895661"/>
            <a:gd name="adj2" fmla="val 17008038"/>
            <a:gd name="adj3" fmla="val 4532"/>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DB9D47B1-C1B1-4731-B6CA-B0B09C6587B0}">
      <dsp:nvSpPr>
        <dsp:cNvPr id="0" name=""/>
        <dsp:cNvSpPr/>
      </dsp:nvSpPr>
      <dsp:spPr>
        <a:xfrm>
          <a:off x="2471615" y="692417"/>
          <a:ext cx="5195822" cy="5195822"/>
        </a:xfrm>
        <a:prstGeom prst="blockArc">
          <a:avLst>
            <a:gd name="adj1" fmla="val 9235883"/>
            <a:gd name="adj2" fmla="val 13030662"/>
            <a:gd name="adj3" fmla="val 4532"/>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E178C1D2-0164-47CE-92B0-2CAD71D674C4}">
      <dsp:nvSpPr>
        <dsp:cNvPr id="0" name=""/>
        <dsp:cNvSpPr/>
      </dsp:nvSpPr>
      <dsp:spPr>
        <a:xfrm>
          <a:off x="2617655" y="906004"/>
          <a:ext cx="5195822" cy="5195822"/>
        </a:xfrm>
        <a:prstGeom prst="blockArc">
          <a:avLst>
            <a:gd name="adj1" fmla="val 4230994"/>
            <a:gd name="adj2" fmla="val 9503048"/>
            <a:gd name="adj3" fmla="val 4532"/>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16A0E6D5-2226-4D75-8767-1862C9E83319}">
      <dsp:nvSpPr>
        <dsp:cNvPr id="0" name=""/>
        <dsp:cNvSpPr/>
      </dsp:nvSpPr>
      <dsp:spPr>
        <a:xfrm>
          <a:off x="3583309" y="763394"/>
          <a:ext cx="5195822" cy="5195822"/>
        </a:xfrm>
        <a:prstGeom prst="blockArc">
          <a:avLst>
            <a:gd name="adj1" fmla="val 1885956"/>
            <a:gd name="adj2" fmla="val 5560900"/>
            <a:gd name="adj3" fmla="val 4532"/>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0B50D935-120A-4A59-BAEB-71864130797D}">
      <dsp:nvSpPr>
        <dsp:cNvPr id="0" name=""/>
        <dsp:cNvSpPr/>
      </dsp:nvSpPr>
      <dsp:spPr>
        <a:xfrm>
          <a:off x="3584869" y="760844"/>
          <a:ext cx="5195822" cy="5195822"/>
        </a:xfrm>
        <a:prstGeom prst="blockArc">
          <a:avLst>
            <a:gd name="adj1" fmla="val 19564279"/>
            <a:gd name="adj2" fmla="val 1890004"/>
            <a:gd name="adj3" fmla="val 4532"/>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36FE207B-4727-4228-A725-6DB85A63B182}">
      <dsp:nvSpPr>
        <dsp:cNvPr id="0" name=""/>
        <dsp:cNvSpPr/>
      </dsp:nvSpPr>
      <dsp:spPr>
        <a:xfrm>
          <a:off x="3539134" y="690366"/>
          <a:ext cx="5195822" cy="5195822"/>
        </a:xfrm>
        <a:prstGeom prst="blockArc">
          <a:avLst>
            <a:gd name="adj1" fmla="val 15722931"/>
            <a:gd name="adj2" fmla="val 19678039"/>
            <a:gd name="adj3" fmla="val 4532"/>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C8777B4F-4211-4D85-A4CB-057FB8CBBCE0}">
      <dsp:nvSpPr>
        <dsp:cNvPr id="0" name=""/>
        <dsp:cNvSpPr/>
      </dsp:nvSpPr>
      <dsp:spPr>
        <a:xfrm>
          <a:off x="4225828" y="2026186"/>
          <a:ext cx="3119989" cy="2573000"/>
        </a:xfrm>
        <a:prstGeom prst="ellips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2230" tIns="62230" rIns="62230" bIns="62230" numCol="1" spcCol="1270" anchor="ctr" anchorCtr="0">
          <a:noAutofit/>
        </a:bodyPr>
        <a:lstStyle/>
        <a:p>
          <a:pPr lvl="0" algn="ctr" defTabSz="2178050">
            <a:lnSpc>
              <a:spcPct val="90000"/>
            </a:lnSpc>
            <a:spcBef>
              <a:spcPct val="0"/>
            </a:spcBef>
            <a:spcAft>
              <a:spcPct val="35000"/>
            </a:spcAft>
          </a:pPr>
          <a:r>
            <a:rPr lang="en-US" sz="4900" b="1" kern="1200" dirty="0" smtClean="0">
              <a:solidFill>
                <a:schemeClr val="bg1">
                  <a:lumMod val="50000"/>
                </a:schemeClr>
              </a:solidFill>
              <a:latin typeface="Times New Roman" panose="02020603050405020304" pitchFamily="18" charset="0"/>
              <a:cs typeface="Times New Roman" panose="02020603050405020304" pitchFamily="18" charset="0"/>
            </a:rPr>
            <a:t>Agenda</a:t>
          </a:r>
          <a:endParaRPr lang="en-US" sz="49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4682740" y="2402993"/>
        <a:ext cx="2206165" cy="1819386"/>
      </dsp:txXfrm>
    </dsp:sp>
    <dsp:sp modelId="{D9561934-B119-4709-9AE0-D426850FD322}">
      <dsp:nvSpPr>
        <dsp:cNvPr id="0" name=""/>
        <dsp:cNvSpPr/>
      </dsp:nvSpPr>
      <dsp:spPr>
        <a:xfrm>
          <a:off x="4257498" y="45838"/>
          <a:ext cx="3056648" cy="1455602"/>
        </a:xfrm>
        <a:prstGeom prst="ellips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bg1">
                  <a:lumMod val="50000"/>
                </a:schemeClr>
              </a:solidFill>
              <a:latin typeface="Times New Roman" panose="02020603050405020304" pitchFamily="18" charset="0"/>
              <a:cs typeface="Times New Roman" panose="02020603050405020304" pitchFamily="18" charset="0"/>
            </a:rPr>
            <a:t>Introduction</a:t>
          </a:r>
          <a:endParaRPr lang="en-US" sz="28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4705134" y="259006"/>
        <a:ext cx="2161376" cy="1029266"/>
      </dsp:txXfrm>
    </dsp:sp>
    <dsp:sp modelId="{7A7B529C-62BE-4AF0-91A8-C495CC00F7A1}">
      <dsp:nvSpPr>
        <dsp:cNvPr id="0" name=""/>
        <dsp:cNvSpPr/>
      </dsp:nvSpPr>
      <dsp:spPr>
        <a:xfrm>
          <a:off x="7047291" y="1124007"/>
          <a:ext cx="2484443" cy="1635104"/>
        </a:xfrm>
        <a:prstGeom prst="ellips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bg1">
                  <a:lumMod val="50000"/>
                </a:schemeClr>
              </a:solidFill>
              <a:latin typeface="Times New Roman" panose="02020603050405020304" pitchFamily="18" charset="0"/>
              <a:cs typeface="Times New Roman" panose="02020603050405020304" pitchFamily="18" charset="0"/>
            </a:rPr>
            <a:t>Project Overview</a:t>
          </a:r>
          <a:endParaRPr lang="en-US" sz="28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7411129" y="1363462"/>
        <a:ext cx="1756767" cy="1156194"/>
      </dsp:txXfrm>
    </dsp:sp>
    <dsp:sp modelId="{B4C6047F-4976-4FCF-BDD8-6C23CED48D3F}">
      <dsp:nvSpPr>
        <dsp:cNvPr id="0" name=""/>
        <dsp:cNvSpPr/>
      </dsp:nvSpPr>
      <dsp:spPr>
        <a:xfrm>
          <a:off x="7200565" y="3867854"/>
          <a:ext cx="2294215" cy="1635104"/>
        </a:xfrm>
        <a:prstGeom prst="ellips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r>
            <a:rPr lang="en-US" sz="2800" b="1" kern="1200" dirty="0" smtClean="0">
              <a:solidFill>
                <a:schemeClr val="bg1">
                  <a:lumMod val="50000"/>
                </a:schemeClr>
              </a:solidFill>
              <a:latin typeface="Times New Roman" panose="02020603050405020304" pitchFamily="18" charset="0"/>
              <a:cs typeface="Times New Roman" panose="02020603050405020304" pitchFamily="18" charset="0"/>
            </a:rPr>
            <a:t>Scope and Phases</a:t>
          </a:r>
          <a:endParaRPr lang="en-US" sz="28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7536545" y="4107309"/>
        <a:ext cx="1622255" cy="1156194"/>
      </dsp:txXfrm>
    </dsp:sp>
    <dsp:sp modelId="{91EB93DD-077D-40CB-82F7-8F91ECAF3B80}">
      <dsp:nvSpPr>
        <dsp:cNvPr id="0" name=""/>
        <dsp:cNvSpPr/>
      </dsp:nvSpPr>
      <dsp:spPr>
        <a:xfrm>
          <a:off x="4717969" y="5080020"/>
          <a:ext cx="2688913" cy="1635104"/>
        </a:xfrm>
        <a:prstGeom prst="ellips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bg1">
                  <a:lumMod val="50000"/>
                </a:schemeClr>
              </a:solidFill>
              <a:latin typeface="Times New Roman" panose="02020603050405020304" pitchFamily="18" charset="0"/>
              <a:cs typeface="Times New Roman" panose="02020603050405020304" pitchFamily="18" charset="0"/>
            </a:rPr>
            <a:t>Specs</a:t>
          </a:r>
          <a:endParaRPr lang="en-US" sz="28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5111751" y="5319475"/>
        <a:ext cx="1901349" cy="1156194"/>
      </dsp:txXfrm>
    </dsp:sp>
    <dsp:sp modelId="{E887F94A-28C2-40E3-A363-3C7AB490F72A}">
      <dsp:nvSpPr>
        <dsp:cNvPr id="0" name=""/>
        <dsp:cNvSpPr/>
      </dsp:nvSpPr>
      <dsp:spPr>
        <a:xfrm>
          <a:off x="1458511" y="3621703"/>
          <a:ext cx="2793134" cy="1635104"/>
        </a:xfrm>
        <a:prstGeom prst="ellips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bg1">
                  <a:lumMod val="50000"/>
                </a:schemeClr>
              </a:solidFill>
              <a:latin typeface="Times New Roman" panose="02020603050405020304" pitchFamily="18" charset="0"/>
              <a:cs typeface="Times New Roman" panose="02020603050405020304" pitchFamily="18" charset="0"/>
            </a:rPr>
            <a:t>Completed Work</a:t>
          </a:r>
        </a:p>
      </dsp:txBody>
      <dsp:txXfrm>
        <a:off x="1867556" y="3861158"/>
        <a:ext cx="1975044" cy="1156194"/>
      </dsp:txXfrm>
    </dsp:sp>
    <dsp:sp modelId="{2AE90180-F7A2-4930-9A38-EE81C925F8D4}">
      <dsp:nvSpPr>
        <dsp:cNvPr id="0" name=""/>
        <dsp:cNvSpPr/>
      </dsp:nvSpPr>
      <dsp:spPr>
        <a:xfrm>
          <a:off x="1988641" y="971607"/>
          <a:ext cx="2248317" cy="1635104"/>
        </a:xfrm>
        <a:prstGeom prst="ellips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bg1">
                  <a:lumMod val="50000"/>
                </a:schemeClr>
              </a:solidFill>
              <a:latin typeface="Times New Roman" panose="02020603050405020304" pitchFamily="18" charset="0"/>
              <a:cs typeface="Times New Roman" panose="02020603050405020304" pitchFamily="18" charset="0"/>
            </a:rPr>
            <a:t>Next Steps</a:t>
          </a:r>
          <a:endParaRPr lang="en-US" sz="28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2317899" y="1211062"/>
        <a:ext cx="1589801" cy="11561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850051-2E47-4F2A-8E78-0DAD113346D1}">
      <dsp:nvSpPr>
        <dsp:cNvPr id="0" name=""/>
        <dsp:cNvSpPr/>
      </dsp:nvSpPr>
      <dsp:spPr>
        <a:xfrm rot="10800000">
          <a:off x="1333793" y="2671"/>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Variable Lighting</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2671"/>
        <a:ext cx="4093551" cy="967220"/>
      </dsp:txXfrm>
    </dsp:sp>
    <dsp:sp modelId="{5060173E-3D1B-4CBF-B433-1953B5E3EDEC}">
      <dsp:nvSpPr>
        <dsp:cNvPr id="0" name=""/>
        <dsp:cNvSpPr/>
      </dsp:nvSpPr>
      <dsp:spPr>
        <a:xfrm>
          <a:off x="850183" y="2671"/>
          <a:ext cx="967220" cy="967220"/>
        </a:xfrm>
        <a:prstGeom prst="ellipse">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5FAFCD7D-43E0-4E73-87A3-AFD1060E23B1}">
      <dsp:nvSpPr>
        <dsp:cNvPr id="0" name=""/>
        <dsp:cNvSpPr/>
      </dsp:nvSpPr>
      <dsp:spPr>
        <a:xfrm rot="10800000">
          <a:off x="1333793" y="1258613"/>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Fruit Occlusion</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1258613"/>
        <a:ext cx="4093551" cy="967220"/>
      </dsp:txXfrm>
    </dsp:sp>
    <dsp:sp modelId="{A781EACC-C6EE-4D5F-B11A-FEF7E5D19474}">
      <dsp:nvSpPr>
        <dsp:cNvPr id="0" name=""/>
        <dsp:cNvSpPr/>
      </dsp:nvSpPr>
      <dsp:spPr>
        <a:xfrm>
          <a:off x="850183" y="1258613"/>
          <a:ext cx="967220" cy="967220"/>
        </a:xfrm>
        <a:prstGeom prst="ellipse">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E0E5C07-934A-463D-9C1A-CB0CB955DBC4}">
      <dsp:nvSpPr>
        <dsp:cNvPr id="0" name=""/>
        <dsp:cNvSpPr/>
      </dsp:nvSpPr>
      <dsp:spPr>
        <a:xfrm rot="10800000">
          <a:off x="1333793" y="2514556"/>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Overlapping Objects</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2514556"/>
        <a:ext cx="4093551" cy="967220"/>
      </dsp:txXfrm>
    </dsp:sp>
    <dsp:sp modelId="{8761A216-28D1-456B-9A42-95B9068F1AB8}">
      <dsp:nvSpPr>
        <dsp:cNvPr id="0" name=""/>
        <dsp:cNvSpPr/>
      </dsp:nvSpPr>
      <dsp:spPr>
        <a:xfrm>
          <a:off x="850183" y="2514556"/>
          <a:ext cx="967220" cy="967220"/>
        </a:xfrm>
        <a:prstGeom prst="ellipse">
          <a:avLst/>
        </a:prstGeom>
        <a:blipFill rotWithShape="1">
          <a:blip xmlns:r="http://schemas.openxmlformats.org/officeDocument/2006/relationships" r:embed="rId3"/>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CDCFA5FE-A1E8-40A3-AE58-AEE609460DFB}">
      <dsp:nvSpPr>
        <dsp:cNvPr id="0" name=""/>
        <dsp:cNvSpPr/>
      </dsp:nvSpPr>
      <dsp:spPr>
        <a:xfrm rot="10800000">
          <a:off x="1333793" y="3770498"/>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Approach Accuracy</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3770498"/>
        <a:ext cx="4093551" cy="967220"/>
      </dsp:txXfrm>
    </dsp:sp>
    <dsp:sp modelId="{57597597-4B47-4EED-A18A-1E94D5D19EEC}">
      <dsp:nvSpPr>
        <dsp:cNvPr id="0" name=""/>
        <dsp:cNvSpPr/>
      </dsp:nvSpPr>
      <dsp:spPr>
        <a:xfrm>
          <a:off x="850183" y="3770498"/>
          <a:ext cx="967220" cy="967220"/>
        </a:xfrm>
        <a:prstGeom prst="ellipse">
          <a:avLst/>
        </a:prstGeom>
        <a:blipFill rotWithShape="1">
          <a:blip xmlns:r="http://schemas.openxmlformats.org/officeDocument/2006/relationships" r:embed="rId4"/>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42198D7B-F5F6-45FA-BB78-D85D9C00D308}">
      <dsp:nvSpPr>
        <dsp:cNvPr id="0" name=""/>
        <dsp:cNvSpPr/>
      </dsp:nvSpPr>
      <dsp:spPr>
        <a:xfrm rot="10800000">
          <a:off x="1333793" y="5026441"/>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Fruit Integrity</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5026441"/>
        <a:ext cx="4093551" cy="967220"/>
      </dsp:txXfrm>
    </dsp:sp>
    <dsp:sp modelId="{EE8DB98F-7473-4BC8-9353-7D66B8ADA3C0}">
      <dsp:nvSpPr>
        <dsp:cNvPr id="0" name=""/>
        <dsp:cNvSpPr/>
      </dsp:nvSpPr>
      <dsp:spPr>
        <a:xfrm>
          <a:off x="850183" y="5026441"/>
          <a:ext cx="967220" cy="967220"/>
        </a:xfrm>
        <a:prstGeom prst="ellipse">
          <a:avLst/>
        </a:prstGeom>
        <a:blipFill rotWithShape="1">
          <a:blip xmlns:r="http://schemas.openxmlformats.org/officeDocument/2006/relationships" r:embed="rId5"/>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850051-2E47-4F2A-8E78-0DAD113346D1}">
      <dsp:nvSpPr>
        <dsp:cNvPr id="0" name=""/>
        <dsp:cNvSpPr/>
      </dsp:nvSpPr>
      <dsp:spPr>
        <a:xfrm rot="10800000">
          <a:off x="1333793" y="2671"/>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Improve Harvest Efficiency</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2671"/>
        <a:ext cx="4093551" cy="967220"/>
      </dsp:txXfrm>
    </dsp:sp>
    <dsp:sp modelId="{5060173E-3D1B-4CBF-B433-1953B5E3EDEC}">
      <dsp:nvSpPr>
        <dsp:cNvPr id="0" name=""/>
        <dsp:cNvSpPr/>
      </dsp:nvSpPr>
      <dsp:spPr>
        <a:xfrm>
          <a:off x="850183" y="2671"/>
          <a:ext cx="967220" cy="967220"/>
        </a:xfrm>
        <a:prstGeom prst="ellipse">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5FAFCD7D-43E0-4E73-87A3-AFD1060E23B1}">
      <dsp:nvSpPr>
        <dsp:cNvPr id="0" name=""/>
        <dsp:cNvSpPr/>
      </dsp:nvSpPr>
      <dsp:spPr>
        <a:xfrm rot="10800000">
          <a:off x="1333793" y="1258613"/>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Preserve Fruit Quality</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1258613"/>
        <a:ext cx="4093551" cy="967220"/>
      </dsp:txXfrm>
    </dsp:sp>
    <dsp:sp modelId="{A781EACC-C6EE-4D5F-B11A-FEF7E5D19474}">
      <dsp:nvSpPr>
        <dsp:cNvPr id="0" name=""/>
        <dsp:cNvSpPr/>
      </dsp:nvSpPr>
      <dsp:spPr>
        <a:xfrm>
          <a:off x="850183" y="1258613"/>
          <a:ext cx="967220" cy="967220"/>
        </a:xfrm>
        <a:prstGeom prst="ellipse">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E0E5C07-934A-463D-9C1A-CB0CB955DBC4}">
      <dsp:nvSpPr>
        <dsp:cNvPr id="0" name=""/>
        <dsp:cNvSpPr/>
      </dsp:nvSpPr>
      <dsp:spPr>
        <a:xfrm rot="10800000">
          <a:off x="1333793" y="2514556"/>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Reduce Costs</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2514556"/>
        <a:ext cx="4093551" cy="967220"/>
      </dsp:txXfrm>
    </dsp:sp>
    <dsp:sp modelId="{8761A216-28D1-456B-9A42-95B9068F1AB8}">
      <dsp:nvSpPr>
        <dsp:cNvPr id="0" name=""/>
        <dsp:cNvSpPr/>
      </dsp:nvSpPr>
      <dsp:spPr>
        <a:xfrm>
          <a:off x="850183" y="2514556"/>
          <a:ext cx="967220" cy="967220"/>
        </a:xfrm>
        <a:prstGeom prst="ellipse">
          <a:avLst/>
        </a:prstGeom>
        <a:blipFill rotWithShape="1">
          <a:blip xmlns:r="http://schemas.openxmlformats.org/officeDocument/2006/relationships" r:embed="rId3"/>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CDCFA5FE-A1E8-40A3-AE58-AEE609460DFB}">
      <dsp:nvSpPr>
        <dsp:cNvPr id="0" name=""/>
        <dsp:cNvSpPr/>
      </dsp:nvSpPr>
      <dsp:spPr>
        <a:xfrm rot="10800000">
          <a:off x="1333793" y="3770498"/>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Address Labor Shortages</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3770498"/>
        <a:ext cx="4093551" cy="967220"/>
      </dsp:txXfrm>
    </dsp:sp>
    <dsp:sp modelId="{57597597-4B47-4EED-A18A-1E94D5D19EEC}">
      <dsp:nvSpPr>
        <dsp:cNvPr id="0" name=""/>
        <dsp:cNvSpPr/>
      </dsp:nvSpPr>
      <dsp:spPr>
        <a:xfrm>
          <a:off x="850183" y="3770498"/>
          <a:ext cx="967220" cy="967220"/>
        </a:xfrm>
        <a:prstGeom prst="ellipse">
          <a:avLst/>
        </a:prstGeom>
        <a:blipFill rotWithShape="1">
          <a:blip xmlns:r="http://schemas.openxmlformats.org/officeDocument/2006/relationships" r:embed="rId4"/>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42198D7B-F5F6-45FA-BB78-D85D9C00D308}">
      <dsp:nvSpPr>
        <dsp:cNvPr id="0" name=""/>
        <dsp:cNvSpPr/>
      </dsp:nvSpPr>
      <dsp:spPr>
        <a:xfrm rot="10800000">
          <a:off x="1333793" y="5026441"/>
          <a:ext cx="4335356" cy="967220"/>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26517" tIns="121920" rIns="227584"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bg1">
                  <a:lumMod val="50000"/>
                </a:schemeClr>
              </a:solidFill>
              <a:latin typeface="Times New Roman" panose="02020603050405020304" pitchFamily="18" charset="0"/>
              <a:cs typeface="Times New Roman" panose="02020603050405020304" pitchFamily="18" charset="0"/>
            </a:rPr>
            <a:t>Support Smart Farming</a:t>
          </a:r>
          <a:endParaRPr lang="en-US" sz="32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575598" y="5026441"/>
        <a:ext cx="4093551" cy="967220"/>
      </dsp:txXfrm>
    </dsp:sp>
    <dsp:sp modelId="{EE8DB98F-7473-4BC8-9353-7D66B8ADA3C0}">
      <dsp:nvSpPr>
        <dsp:cNvPr id="0" name=""/>
        <dsp:cNvSpPr/>
      </dsp:nvSpPr>
      <dsp:spPr>
        <a:xfrm>
          <a:off x="850183" y="5026441"/>
          <a:ext cx="967220" cy="967220"/>
        </a:xfrm>
        <a:prstGeom prst="ellipse">
          <a:avLst/>
        </a:prstGeom>
        <a:blipFill rotWithShape="1">
          <a:blip xmlns:r="http://schemas.openxmlformats.org/officeDocument/2006/relationships" r:embed="rId5"/>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162542-2C49-4DF1-B5A6-F7084856B15D}">
      <dsp:nvSpPr>
        <dsp:cNvPr id="0" name=""/>
        <dsp:cNvSpPr/>
      </dsp:nvSpPr>
      <dsp:spPr>
        <a:xfrm rot="5400000">
          <a:off x="-328139" y="295741"/>
          <a:ext cx="1936910" cy="1355837"/>
        </a:xfrm>
        <a:prstGeom prst="chevron">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2100" b="1" kern="1200" dirty="0" smtClean="0">
              <a:solidFill>
                <a:schemeClr val="tx1">
                  <a:lumMod val="10000"/>
                </a:schemeClr>
              </a:solidFill>
              <a:latin typeface="Times New Roman" panose="02020603050405020304" pitchFamily="18" charset="0"/>
              <a:cs typeface="Times New Roman" panose="02020603050405020304" pitchFamily="18" charset="0"/>
            </a:rPr>
            <a:t>Project Objective</a:t>
          </a:r>
          <a:endParaRPr lang="en-US" sz="2100" kern="1200" dirty="0">
            <a:solidFill>
              <a:schemeClr val="tx1">
                <a:lumMod val="10000"/>
              </a:schemeClr>
            </a:solidFill>
            <a:latin typeface="Times New Roman" panose="02020603050405020304" pitchFamily="18" charset="0"/>
            <a:cs typeface="Times New Roman" panose="02020603050405020304" pitchFamily="18" charset="0"/>
          </a:endParaRPr>
        </a:p>
      </dsp:txBody>
      <dsp:txXfrm rot="-5400000">
        <a:off x="-37602" y="683124"/>
        <a:ext cx="1355837" cy="581073"/>
      </dsp:txXfrm>
    </dsp:sp>
    <dsp:sp modelId="{34AA9C1C-55AF-4FFC-A0E2-3598071E67CA}">
      <dsp:nvSpPr>
        <dsp:cNvPr id="0" name=""/>
        <dsp:cNvSpPr/>
      </dsp:nvSpPr>
      <dsp:spPr>
        <a:xfrm rot="5400000">
          <a:off x="6041235" y="-4629393"/>
          <a:ext cx="1258991" cy="10629787"/>
        </a:xfrm>
        <a:prstGeom prst="round2SameRect">
          <a:avLst/>
        </a:prstGeom>
        <a:solidFill>
          <a:schemeClr val="lt2">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rtl="0">
            <a:lnSpc>
              <a:spcPct val="90000"/>
            </a:lnSpc>
            <a:spcBef>
              <a:spcPct val="0"/>
            </a:spcBef>
            <a:spcAft>
              <a:spcPct val="15000"/>
            </a:spcAft>
            <a:buChar char="••"/>
          </a:pPr>
          <a:r>
            <a:rPr lang="en-US" sz="2000" b="0" kern="1200" dirty="0" smtClean="0">
              <a:solidFill>
                <a:schemeClr val="bg1">
                  <a:lumMod val="50000"/>
                </a:schemeClr>
              </a:solidFill>
              <a:latin typeface="Times New Roman" panose="02020603050405020304" pitchFamily="18" charset="0"/>
              <a:cs typeface="Times New Roman" panose="02020603050405020304" pitchFamily="18" charset="0"/>
            </a:rPr>
            <a:t>The project aims to design and develop an intelligent robotic system for harvesting apples, utilizing artificial intelligence and computer vision technologies. This enables the precise detection and localization of the fruit, facilitating automated harvesting, reducing human effort, and preserving the quality of the produce.</a:t>
          </a:r>
          <a:endParaRPr lang="en-US" sz="2000" b="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5400000">
        <a:off x="1355838" y="117463"/>
        <a:ext cx="10568328" cy="1136073"/>
      </dsp:txXfrm>
    </dsp:sp>
    <dsp:sp modelId="{CE723C8B-B2B7-4526-9EA6-383214682C6D}">
      <dsp:nvSpPr>
        <dsp:cNvPr id="0" name=""/>
        <dsp:cNvSpPr/>
      </dsp:nvSpPr>
      <dsp:spPr>
        <a:xfrm rot="5400000">
          <a:off x="-328139" y="2070902"/>
          <a:ext cx="1936910" cy="1355837"/>
        </a:xfrm>
        <a:prstGeom prst="chevron">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2100" b="1" kern="1200" dirty="0" smtClean="0">
              <a:solidFill>
                <a:schemeClr val="tx1">
                  <a:lumMod val="10000"/>
                </a:schemeClr>
              </a:solidFill>
              <a:latin typeface="Times New Roman" panose="02020603050405020304" pitchFamily="18" charset="0"/>
              <a:cs typeface="Times New Roman" panose="02020603050405020304" pitchFamily="18" charset="0"/>
            </a:rPr>
            <a:t>Project Description</a:t>
          </a:r>
          <a:endParaRPr lang="en-US" sz="2100" kern="1200" dirty="0">
            <a:solidFill>
              <a:schemeClr val="tx1">
                <a:lumMod val="10000"/>
              </a:schemeClr>
            </a:solidFill>
            <a:latin typeface="Times New Roman" panose="02020603050405020304" pitchFamily="18" charset="0"/>
            <a:cs typeface="Times New Roman" panose="02020603050405020304" pitchFamily="18" charset="0"/>
          </a:endParaRPr>
        </a:p>
      </dsp:txBody>
      <dsp:txXfrm rot="-5400000">
        <a:off x="-37602" y="2458285"/>
        <a:ext cx="1355837" cy="581073"/>
      </dsp:txXfrm>
    </dsp:sp>
    <dsp:sp modelId="{FEF933FC-8CD5-4FCD-A40C-2FC410602B67}">
      <dsp:nvSpPr>
        <dsp:cNvPr id="0" name=""/>
        <dsp:cNvSpPr/>
      </dsp:nvSpPr>
      <dsp:spPr>
        <a:xfrm rot="5400000">
          <a:off x="6003632" y="-2905032"/>
          <a:ext cx="1258991" cy="10629787"/>
        </a:xfrm>
        <a:prstGeom prst="round2SameRect">
          <a:avLst/>
        </a:prstGeom>
        <a:solidFill>
          <a:schemeClr val="lt2">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rtl="0">
            <a:lnSpc>
              <a:spcPct val="90000"/>
            </a:lnSpc>
            <a:spcBef>
              <a:spcPct val="0"/>
            </a:spcBef>
            <a:spcAft>
              <a:spcPct val="15000"/>
            </a:spcAft>
            <a:buChar char="••"/>
          </a:pPr>
          <a:r>
            <a:rPr lang="en-US" sz="1800" kern="1200" dirty="0" smtClean="0">
              <a:solidFill>
                <a:schemeClr val="bg1">
                  <a:lumMod val="50000"/>
                </a:schemeClr>
              </a:solidFill>
              <a:latin typeface="Times New Roman" panose="02020603050405020304" pitchFamily="18" charset="0"/>
              <a:cs typeface="Times New Roman" panose="02020603050405020304" pitchFamily="18" charset="0"/>
            </a:rPr>
            <a:t>The project concept involves developing a mobile robot equipped with a robotic arm, a gripper, and a camera. Deep learning algorithms, such as YOLO, are used to detect apples, while depth data is leveraged to determine their 3D coordinates. The current phase focuses on simulating the system using ROS 2 and Gazebo to test vision algorithms and the integration of system components before proceeding to practical implementation.</a:t>
          </a:r>
          <a:endParaRPr lang="en-US" sz="160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5400000">
        <a:off x="1318235" y="1841824"/>
        <a:ext cx="10568328" cy="1136073"/>
      </dsp:txXfrm>
    </dsp:sp>
    <dsp:sp modelId="{B81D9C51-C0C8-471D-82C6-86F1AF1D0309}">
      <dsp:nvSpPr>
        <dsp:cNvPr id="0" name=""/>
        <dsp:cNvSpPr/>
      </dsp:nvSpPr>
      <dsp:spPr>
        <a:xfrm rot="5400000">
          <a:off x="-786644" y="4309773"/>
          <a:ext cx="2853921" cy="1355837"/>
        </a:xfrm>
        <a:prstGeom prst="chevron">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bg1">
                  <a:lumMod val="50000"/>
                </a:schemeClr>
              </a:solidFill>
              <a:latin typeface="Times New Roman" panose="02020603050405020304" pitchFamily="18" charset="0"/>
              <a:cs typeface="Times New Roman" panose="02020603050405020304" pitchFamily="18" charset="0"/>
            </a:rPr>
            <a:t>Steps</a:t>
          </a:r>
          <a:endParaRPr lang="en-US" sz="28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5400000">
        <a:off x="-37603" y="4238651"/>
        <a:ext cx="1355837" cy="1498084"/>
      </dsp:txXfrm>
    </dsp:sp>
    <dsp:sp modelId="{5DB509BE-F922-4D65-AA02-9BD6E9EB3E20}">
      <dsp:nvSpPr>
        <dsp:cNvPr id="0" name=""/>
        <dsp:cNvSpPr/>
      </dsp:nvSpPr>
      <dsp:spPr>
        <a:xfrm rot="5400000">
          <a:off x="5545346" y="-554776"/>
          <a:ext cx="2175562" cy="10780199"/>
        </a:xfrm>
        <a:prstGeom prst="round2SameRect">
          <a:avLst/>
        </a:prstGeom>
        <a:solidFill>
          <a:schemeClr val="lt2">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rtl="0">
            <a:lnSpc>
              <a:spcPct val="90000"/>
            </a:lnSpc>
            <a:spcBef>
              <a:spcPct val="0"/>
            </a:spcBef>
            <a:spcAft>
              <a:spcPct val="15000"/>
            </a:spcAft>
            <a:buChar char="••"/>
          </a:pPr>
          <a:r>
            <a:rPr lang="en-US" sz="1800" b="0" kern="1200" smtClean="0">
              <a:solidFill>
                <a:schemeClr val="bg1">
                  <a:lumMod val="50000"/>
                </a:schemeClr>
              </a:solidFill>
              <a:latin typeface="Times New Roman" panose="02020603050405020304" pitchFamily="18" charset="0"/>
              <a:cs typeface="Times New Roman" panose="02020603050405020304" pitchFamily="18" charset="0"/>
            </a:rPr>
            <a:t>Reviewing previous research on agricultural robotics and fruit-detection algorithms.</a:t>
          </a:r>
          <a:endParaRPr lang="en-US" sz="1800" b="0" kern="1200" dirty="0">
            <a:solidFill>
              <a:schemeClr val="bg1">
                <a:lumMod val="50000"/>
              </a:schemeClr>
            </a:solidFill>
            <a:latin typeface="Times New Roman" panose="02020603050405020304" pitchFamily="18" charset="0"/>
            <a:cs typeface="Times New Roman" panose="02020603050405020304" pitchFamily="18" charset="0"/>
          </a:endParaRPr>
        </a:p>
        <a:p>
          <a:pPr marL="171450" lvl="1" indent="-171450" algn="just" defTabSz="800100" rtl="0">
            <a:lnSpc>
              <a:spcPct val="90000"/>
            </a:lnSpc>
            <a:spcBef>
              <a:spcPct val="0"/>
            </a:spcBef>
            <a:spcAft>
              <a:spcPct val="15000"/>
            </a:spcAft>
            <a:buChar char="••"/>
          </a:pP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Defining technical requirements and establishing the specifications for the robotic system.</a:t>
          </a:r>
        </a:p>
        <a:p>
          <a:pPr marL="171450" lvl="1" indent="-171450" algn="just" defTabSz="800100" rtl="0">
            <a:lnSpc>
              <a:spcPct val="90000"/>
            </a:lnSpc>
            <a:spcBef>
              <a:spcPct val="0"/>
            </a:spcBef>
            <a:spcAft>
              <a:spcPct val="15000"/>
            </a:spcAft>
            <a:buChar char="••"/>
          </a:pP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Creating an agricultural simulation environment using Gazebo—incorporating the robot and apple trees—setting up the ROS2 framework, and integrating the robot’s components.</a:t>
          </a:r>
        </a:p>
        <a:p>
          <a:pPr marL="171450" lvl="1" indent="-171450" algn="just" defTabSz="800100" rtl="0">
            <a:lnSpc>
              <a:spcPct val="90000"/>
            </a:lnSpc>
            <a:spcBef>
              <a:spcPct val="0"/>
            </a:spcBef>
            <a:spcAft>
              <a:spcPct val="15000"/>
            </a:spcAft>
            <a:buChar char="••"/>
          </a:pP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Developing a fruit-detection algorithm using YOLO.</a:t>
          </a:r>
        </a:p>
        <a:p>
          <a:pPr marL="171450" lvl="1" indent="-171450" algn="just" defTabSz="800100" rtl="0">
            <a:lnSpc>
              <a:spcPct val="90000"/>
            </a:lnSpc>
            <a:spcBef>
              <a:spcPct val="0"/>
            </a:spcBef>
            <a:spcAft>
              <a:spcPct val="15000"/>
            </a:spcAft>
            <a:buChar char="••"/>
          </a:pP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Testing system performance, evaluating detection accuracy, localization precision, and processing speed.</a:t>
          </a:r>
        </a:p>
        <a:p>
          <a:pPr marL="171450" lvl="1" indent="-171450" algn="just" defTabSz="800100" rtl="0">
            <a:lnSpc>
              <a:spcPct val="90000"/>
            </a:lnSpc>
            <a:spcBef>
              <a:spcPct val="0"/>
            </a:spcBef>
            <a:spcAft>
              <a:spcPct val="15000"/>
            </a:spcAft>
            <a:buChar char="••"/>
          </a:pP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Refining the model and transitioning to practical, real-world implementation in subsequent stages.</a:t>
          </a:r>
        </a:p>
      </dsp:txBody>
      <dsp:txXfrm rot="-5400000">
        <a:off x="1243028" y="3853744"/>
        <a:ext cx="10673997" cy="19631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7C0FD4-CC16-4769-8D5D-B56D69CBDB4F}">
      <dsp:nvSpPr>
        <dsp:cNvPr id="0" name=""/>
        <dsp:cNvSpPr/>
      </dsp:nvSpPr>
      <dsp:spPr>
        <a:xfrm rot="10800000">
          <a:off x="1114678" y="725572"/>
          <a:ext cx="2950293" cy="1486238"/>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55390" tIns="91440" rIns="170688" bIns="91440" numCol="1" spcCol="1270" anchor="ctr" anchorCtr="0">
          <a:noAutofit/>
        </a:bodyPr>
        <a:lstStyle/>
        <a:p>
          <a:pPr lvl="0" algn="ctr" defTabSz="1066800">
            <a:lnSpc>
              <a:spcPct val="90000"/>
            </a:lnSpc>
            <a:spcBef>
              <a:spcPct val="0"/>
            </a:spcBef>
            <a:spcAft>
              <a:spcPct val="35000"/>
            </a:spcAft>
          </a:pPr>
          <a:r>
            <a:rPr lang="en-US" sz="2400" b="0" kern="1200" dirty="0" smtClean="0">
              <a:solidFill>
                <a:schemeClr val="bg1">
                  <a:lumMod val="50000"/>
                </a:schemeClr>
              </a:solidFill>
              <a:latin typeface="Times New Roman" panose="02020603050405020304" pitchFamily="18" charset="0"/>
              <a:cs typeface="Times New Roman" panose="02020603050405020304" pitchFamily="18" charset="0"/>
            </a:rPr>
            <a:t>Type:</a:t>
          </a:r>
        </a:p>
        <a:p>
          <a:pPr lvl="0" algn="ctr" defTabSz="1066800">
            <a:lnSpc>
              <a:spcPct val="90000"/>
            </a:lnSpc>
            <a:spcBef>
              <a:spcPct val="0"/>
            </a:spcBef>
            <a:spcAft>
              <a:spcPct val="35000"/>
            </a:spcAft>
          </a:pPr>
          <a:r>
            <a:rPr lang="en-US" sz="2400" b="0" kern="1200" dirty="0" smtClean="0">
              <a:solidFill>
                <a:schemeClr val="bg1">
                  <a:lumMod val="50000"/>
                </a:schemeClr>
              </a:solidFill>
              <a:latin typeface="Times New Roman" panose="02020603050405020304" pitchFamily="18" charset="0"/>
              <a:cs typeface="Times New Roman" panose="02020603050405020304" pitchFamily="18" charset="0"/>
            </a:rPr>
            <a:t>Red apples</a:t>
          </a:r>
          <a:endParaRPr lang="en-US" sz="2400" b="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486237" y="725572"/>
        <a:ext cx="2578734" cy="1486238"/>
      </dsp:txXfrm>
    </dsp:sp>
    <dsp:sp modelId="{5DB8068B-ACDE-4F69-83A6-EC549C3D818B}">
      <dsp:nvSpPr>
        <dsp:cNvPr id="0" name=""/>
        <dsp:cNvSpPr/>
      </dsp:nvSpPr>
      <dsp:spPr>
        <a:xfrm>
          <a:off x="371559" y="725572"/>
          <a:ext cx="1486238" cy="1486238"/>
        </a:xfrm>
        <a:prstGeom prst="ellipse">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85217921-A283-45F2-895A-5E14BA439E77}">
      <dsp:nvSpPr>
        <dsp:cNvPr id="0" name=""/>
        <dsp:cNvSpPr/>
      </dsp:nvSpPr>
      <dsp:spPr>
        <a:xfrm rot="10800000">
          <a:off x="1114678" y="2655463"/>
          <a:ext cx="2950293" cy="1486238"/>
        </a:xfrm>
        <a:prstGeom prst="homePlat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55390" tIns="91440" rIns="170688" bIns="91440" numCol="1" spcCol="1270" anchor="ctr" anchorCtr="0">
          <a:noAutofit/>
        </a:bodyPr>
        <a:lstStyle/>
        <a:p>
          <a:pPr lvl="0" algn="ctr" defTabSz="1066800">
            <a:lnSpc>
              <a:spcPct val="90000"/>
            </a:lnSpc>
            <a:spcBef>
              <a:spcPct val="0"/>
            </a:spcBef>
            <a:spcAft>
              <a:spcPct val="35000"/>
            </a:spcAft>
          </a:pPr>
          <a:r>
            <a:rPr lang="en-US" sz="2400" b="0" kern="1200" dirty="0" smtClean="0">
              <a:solidFill>
                <a:schemeClr val="bg1">
                  <a:lumMod val="50000"/>
                </a:schemeClr>
              </a:solidFill>
              <a:latin typeface="Times New Roman" panose="02020603050405020304" pitchFamily="18" charset="0"/>
              <a:cs typeface="Times New Roman" panose="02020603050405020304" pitchFamily="18" charset="0"/>
            </a:rPr>
            <a:t>Shape:</a:t>
          </a:r>
        </a:p>
        <a:p>
          <a:pPr lvl="0" algn="ctr" defTabSz="1066800">
            <a:lnSpc>
              <a:spcPct val="90000"/>
            </a:lnSpc>
            <a:spcBef>
              <a:spcPct val="0"/>
            </a:spcBef>
            <a:spcAft>
              <a:spcPct val="35000"/>
            </a:spcAft>
          </a:pPr>
          <a:r>
            <a:rPr lang="en-US" sz="2400" b="0" kern="1200" dirty="0" smtClean="0">
              <a:solidFill>
                <a:schemeClr val="bg1">
                  <a:lumMod val="50000"/>
                </a:schemeClr>
              </a:solidFill>
              <a:latin typeface="Times New Roman" panose="02020603050405020304" pitchFamily="18" charset="0"/>
              <a:cs typeface="Times New Roman" panose="02020603050405020304" pitchFamily="18" charset="0"/>
            </a:rPr>
            <a:t>Nearly spherical</a:t>
          </a:r>
          <a:endParaRPr lang="en-US" sz="2400" b="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1486237" y="2655463"/>
        <a:ext cx="2578734" cy="1486238"/>
      </dsp:txXfrm>
    </dsp:sp>
    <dsp:sp modelId="{21CDD9BE-C1ED-4414-9CC2-4BB69EDD3471}">
      <dsp:nvSpPr>
        <dsp:cNvPr id="0" name=""/>
        <dsp:cNvSpPr/>
      </dsp:nvSpPr>
      <dsp:spPr>
        <a:xfrm>
          <a:off x="371559" y="2655463"/>
          <a:ext cx="1486238" cy="1486238"/>
        </a:xfrm>
        <a:prstGeom prst="ellipse">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1FA0F7-C09D-4643-888C-68076AD0A670}">
      <dsp:nvSpPr>
        <dsp:cNvPr id="0" name=""/>
        <dsp:cNvSpPr/>
      </dsp:nvSpPr>
      <dsp:spPr>
        <a:xfrm>
          <a:off x="0" y="0"/>
          <a:ext cx="5486400" cy="1627931"/>
        </a:xfrm>
        <a:prstGeom prst="roundRect">
          <a:avLst>
            <a:gd name="adj" fmla="val 10000"/>
          </a:avLst>
        </a:prstGeom>
        <a:solidFill>
          <a:schemeClr val="accent5">
            <a:shade val="5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rtl="0">
            <a:lnSpc>
              <a:spcPct val="90000"/>
            </a:lnSpc>
            <a:spcBef>
              <a:spcPct val="0"/>
            </a:spcBef>
            <a:spcAft>
              <a:spcPct val="35000"/>
            </a:spcAft>
          </a:pPr>
          <a:r>
            <a:rPr lang="en-US" sz="2400" b="1" kern="1200" dirty="0" smtClean="0">
              <a:solidFill>
                <a:schemeClr val="bg1">
                  <a:lumMod val="50000"/>
                </a:schemeClr>
              </a:solidFill>
              <a:latin typeface="Times New Roman" panose="02020603050405020304" pitchFamily="18" charset="0"/>
              <a:cs typeface="Times New Roman" panose="02020603050405020304" pitchFamily="18" charset="0"/>
            </a:rPr>
            <a:t>Working Environment</a:t>
          </a:r>
          <a:endParaRPr lang="en-US" sz="2400" b="1" kern="1200" dirty="0">
            <a:solidFill>
              <a:schemeClr val="bg1">
                <a:lumMod val="50000"/>
              </a:schemeClr>
            </a:solidFill>
            <a:latin typeface="Times New Roman" panose="02020603050405020304" pitchFamily="18" charset="0"/>
            <a:cs typeface="Times New Roman" panose="02020603050405020304" pitchFamily="18" charset="0"/>
          </a:endParaRPr>
        </a:p>
        <a:p>
          <a:pPr marL="228600" lvl="1" indent="-228600" algn="l" defTabSz="889000" rtl="0">
            <a:lnSpc>
              <a:spcPct val="90000"/>
            </a:lnSpc>
            <a:spcBef>
              <a:spcPct val="0"/>
            </a:spcBef>
            <a:spcAft>
              <a:spcPct val="15000"/>
            </a:spcAft>
            <a:buChar char="••"/>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A virtual apple orchard in Gazebo</a:t>
          </a:r>
          <a:endParaRPr lang="en-US" sz="200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1260073" y="0"/>
        <a:ext cx="4226326" cy="1627931"/>
      </dsp:txXfrm>
    </dsp:sp>
    <dsp:sp modelId="{8170C3F0-CD19-4F95-A09B-DB027DF024A8}">
      <dsp:nvSpPr>
        <dsp:cNvPr id="0" name=""/>
        <dsp:cNvSpPr/>
      </dsp:nvSpPr>
      <dsp:spPr>
        <a:xfrm>
          <a:off x="162793" y="162793"/>
          <a:ext cx="1097280" cy="1302345"/>
        </a:xfrm>
        <a:prstGeom prst="roundRect">
          <a:avLst>
            <a:gd name="adj" fmla="val 10000"/>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43DD618A-7B72-4801-ACA1-F62EE6E2D23A}">
      <dsp:nvSpPr>
        <dsp:cNvPr id="0" name=""/>
        <dsp:cNvSpPr/>
      </dsp:nvSpPr>
      <dsp:spPr>
        <a:xfrm>
          <a:off x="0" y="1847881"/>
          <a:ext cx="5486400" cy="1627931"/>
        </a:xfrm>
        <a:prstGeom prst="roundRect">
          <a:avLst>
            <a:gd name="adj" fmla="val 10000"/>
          </a:avLst>
        </a:prstGeom>
        <a:solidFill>
          <a:schemeClr val="accent5">
            <a:shade val="50000"/>
            <a:hueOff val="212981"/>
            <a:satOff val="451"/>
            <a:lumOff val="2697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b="1" kern="1200" dirty="0" smtClean="0">
              <a:solidFill>
                <a:schemeClr val="bg1">
                  <a:lumMod val="50000"/>
                </a:schemeClr>
              </a:solidFill>
              <a:latin typeface="Times New Roman" panose="02020603050405020304" pitchFamily="18" charset="0"/>
              <a:cs typeface="Times New Roman" panose="02020603050405020304" pitchFamily="18" charset="0"/>
            </a:rPr>
            <a:t>Terrain Characteristics</a:t>
          </a:r>
          <a:endParaRPr lang="en-US" sz="2400" b="1" kern="1200" dirty="0">
            <a:solidFill>
              <a:schemeClr val="bg1">
                <a:lumMod val="50000"/>
              </a:schemeClr>
            </a:solidFill>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smtClean="0">
              <a:solidFill>
                <a:schemeClr val="bg1">
                  <a:lumMod val="50000"/>
                </a:schemeClr>
              </a:solidFill>
              <a:latin typeface="Times New Roman" panose="02020603050405020304" pitchFamily="18" charset="0"/>
              <a:cs typeface="Times New Roman" panose="02020603050405020304" pitchFamily="18" charset="0"/>
            </a:rPr>
            <a:t>Agricultural land that may contain obstacles and variations in elevation</a:t>
          </a:r>
          <a:endParaRPr lang="en-US" sz="200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1260073" y="1847881"/>
        <a:ext cx="4226326" cy="1627931"/>
      </dsp:txXfrm>
    </dsp:sp>
    <dsp:sp modelId="{74658EB0-0D6F-47D7-B2EE-314041A57C1F}">
      <dsp:nvSpPr>
        <dsp:cNvPr id="0" name=""/>
        <dsp:cNvSpPr/>
      </dsp:nvSpPr>
      <dsp:spPr>
        <a:xfrm>
          <a:off x="162793" y="1953517"/>
          <a:ext cx="1097280" cy="1302345"/>
        </a:xfrm>
        <a:prstGeom prst="roundRect">
          <a:avLst>
            <a:gd name="adj" fmla="val 10000"/>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352FC9C-9D2F-4AB0-A427-BED99E6ADD45}">
      <dsp:nvSpPr>
        <dsp:cNvPr id="0" name=""/>
        <dsp:cNvSpPr/>
      </dsp:nvSpPr>
      <dsp:spPr>
        <a:xfrm>
          <a:off x="0" y="3581449"/>
          <a:ext cx="5486400" cy="1627931"/>
        </a:xfrm>
        <a:prstGeom prst="roundRect">
          <a:avLst>
            <a:gd name="adj" fmla="val 10000"/>
          </a:avLst>
        </a:prstGeom>
        <a:solidFill>
          <a:schemeClr val="accent5">
            <a:shade val="50000"/>
            <a:hueOff val="212981"/>
            <a:satOff val="451"/>
            <a:lumOff val="2697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1">
            <a:lnSpc>
              <a:spcPct val="90000"/>
            </a:lnSpc>
            <a:spcBef>
              <a:spcPct val="0"/>
            </a:spcBef>
            <a:spcAft>
              <a:spcPct val="35000"/>
            </a:spcAft>
          </a:pPr>
          <a:r>
            <a:rPr lang="en-US" sz="2400" b="1" kern="1200" dirty="0" smtClean="0">
              <a:solidFill>
                <a:schemeClr val="bg1">
                  <a:lumMod val="50000"/>
                </a:schemeClr>
              </a:solidFill>
              <a:latin typeface="Times New Roman" panose="02020603050405020304" pitchFamily="18" charset="0"/>
              <a:cs typeface="Times New Roman" panose="02020603050405020304" pitchFamily="18" charset="0"/>
            </a:rPr>
            <a:t>Fruit height</a:t>
          </a:r>
        </a:p>
        <a:p>
          <a:pPr lvl="0" algn="l" defTabSz="1066800">
            <a:lnSpc>
              <a:spcPct val="90000"/>
            </a:lnSpc>
            <a:spcBef>
              <a:spcPct val="0"/>
            </a:spcBef>
            <a:spcAft>
              <a:spcPct val="35000"/>
            </a:spcAft>
          </a:pPr>
          <a:r>
            <a:rPr lang="en-US" sz="2400" b="0" kern="1200" dirty="0" smtClean="0">
              <a:solidFill>
                <a:schemeClr val="bg1">
                  <a:lumMod val="50000"/>
                </a:schemeClr>
              </a:solidFill>
              <a:latin typeface="Times New Roman" panose="02020603050405020304" pitchFamily="18" charset="0"/>
              <a:cs typeface="Times New Roman" panose="02020603050405020304" pitchFamily="18" charset="0"/>
            </a:rPr>
            <a:t>Determined in accordance with the reach of the robotic arm</a:t>
          </a:r>
          <a:endParaRPr lang="en-US" sz="2400" b="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1260073" y="3581449"/>
        <a:ext cx="4226326" cy="1627931"/>
      </dsp:txXfrm>
    </dsp:sp>
    <dsp:sp modelId="{013DFE60-DDB2-4842-ABDC-F240B77A9CB2}">
      <dsp:nvSpPr>
        <dsp:cNvPr id="0" name=""/>
        <dsp:cNvSpPr/>
      </dsp:nvSpPr>
      <dsp:spPr>
        <a:xfrm>
          <a:off x="162793" y="3744242"/>
          <a:ext cx="1097280" cy="1302345"/>
        </a:xfrm>
        <a:prstGeom prst="roundRect">
          <a:avLst>
            <a:gd name="adj" fmla="val 10000"/>
          </a:avLst>
        </a:prstGeom>
        <a:blipFill rotWithShape="1">
          <a:blip xmlns:r="http://schemas.openxmlformats.org/officeDocument/2006/relationships" r:embed="rId3"/>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1FA0F7-C09D-4643-888C-68076AD0A670}">
      <dsp:nvSpPr>
        <dsp:cNvPr id="0" name=""/>
        <dsp:cNvSpPr/>
      </dsp:nvSpPr>
      <dsp:spPr>
        <a:xfrm>
          <a:off x="0" y="0"/>
          <a:ext cx="5350933" cy="2220949"/>
        </a:xfrm>
        <a:prstGeom prst="roundRect">
          <a:avLst>
            <a:gd name="adj" fmla="val 10000"/>
          </a:avLst>
        </a:prstGeom>
        <a:solidFill>
          <a:schemeClr val="accent5">
            <a:shade val="5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1">
            <a:lnSpc>
              <a:spcPct val="90000"/>
            </a:lnSpc>
            <a:spcBef>
              <a:spcPct val="0"/>
            </a:spcBef>
            <a:spcAft>
              <a:spcPct val="35000"/>
            </a:spcAft>
          </a:pPr>
          <a:r>
            <a:rPr lang="en-US" sz="2400" b="1" kern="1200" dirty="0" smtClean="0">
              <a:solidFill>
                <a:schemeClr val="bg1">
                  <a:lumMod val="50000"/>
                </a:schemeClr>
              </a:solidFill>
              <a:latin typeface="Times New Roman" panose="02020603050405020304" pitchFamily="18" charset="0"/>
              <a:cs typeface="Times New Roman" panose="02020603050405020304" pitchFamily="18" charset="0"/>
            </a:rPr>
            <a:t>Viewing conditions:</a:t>
          </a:r>
        </a:p>
        <a:p>
          <a:pPr lvl="0" algn="l" defTabSz="1066800">
            <a:lnSpc>
              <a:spcPct val="90000"/>
            </a:lnSpc>
            <a:spcBef>
              <a:spcPct val="0"/>
            </a:spcBef>
            <a:spcAft>
              <a:spcPct val="35000"/>
            </a:spcAft>
          </a:pPr>
          <a:r>
            <a:rPr lang="en-US" sz="2400" b="0" kern="1200" dirty="0" smtClean="0">
              <a:solidFill>
                <a:schemeClr val="bg1">
                  <a:lumMod val="50000"/>
                </a:schemeClr>
              </a:solidFill>
              <a:latin typeface="Times New Roman" panose="02020603050405020304" pitchFamily="18" charset="0"/>
              <a:cs typeface="Times New Roman" panose="02020603050405020304" pitchFamily="18" charset="0"/>
            </a:rPr>
            <a:t>Variable lighting, with shadows and partial obscuring of the fruits</a:t>
          </a:r>
          <a:r>
            <a:rPr lang="en-US" sz="2400" b="0" kern="1200" dirty="0" smtClean="0">
              <a:latin typeface="Times New Roman" panose="02020603050405020304" pitchFamily="18" charset="0"/>
              <a:cs typeface="Times New Roman" panose="02020603050405020304" pitchFamily="18" charset="0"/>
            </a:rPr>
            <a:t>.</a:t>
          </a:r>
          <a:endParaRPr lang="en-US" sz="2400" b="0" kern="1200" dirty="0">
            <a:latin typeface="Times New Roman" panose="02020603050405020304" pitchFamily="18" charset="0"/>
            <a:cs typeface="Times New Roman" panose="02020603050405020304" pitchFamily="18" charset="0"/>
          </a:endParaRPr>
        </a:p>
      </dsp:txBody>
      <dsp:txXfrm>
        <a:off x="1292281" y="0"/>
        <a:ext cx="4058651" cy="2220949"/>
      </dsp:txXfrm>
    </dsp:sp>
    <dsp:sp modelId="{8170C3F0-CD19-4F95-A09B-DB027DF024A8}">
      <dsp:nvSpPr>
        <dsp:cNvPr id="0" name=""/>
        <dsp:cNvSpPr/>
      </dsp:nvSpPr>
      <dsp:spPr>
        <a:xfrm>
          <a:off x="222094" y="222094"/>
          <a:ext cx="1070186" cy="1776759"/>
        </a:xfrm>
        <a:prstGeom prst="roundRect">
          <a:avLst>
            <a:gd name="adj" fmla="val 10000"/>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43DD618A-7B72-4801-ACA1-F62EE6E2D23A}">
      <dsp:nvSpPr>
        <dsp:cNvPr id="0" name=""/>
        <dsp:cNvSpPr/>
      </dsp:nvSpPr>
      <dsp:spPr>
        <a:xfrm>
          <a:off x="0" y="2444176"/>
          <a:ext cx="5350933" cy="2220949"/>
        </a:xfrm>
        <a:prstGeom prst="roundRect">
          <a:avLst>
            <a:gd name="adj" fmla="val 10000"/>
          </a:avLst>
        </a:prstGeom>
        <a:solidFill>
          <a:schemeClr val="accent5">
            <a:shade val="50000"/>
            <a:hueOff val="319471"/>
            <a:satOff val="677"/>
            <a:lumOff val="4046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1">
            <a:lnSpc>
              <a:spcPct val="90000"/>
            </a:lnSpc>
            <a:spcBef>
              <a:spcPct val="0"/>
            </a:spcBef>
            <a:spcAft>
              <a:spcPct val="35000"/>
            </a:spcAft>
          </a:pPr>
          <a:r>
            <a:rPr lang="en-US" sz="2400" b="1" kern="1200" dirty="0" smtClean="0">
              <a:solidFill>
                <a:schemeClr val="bg1">
                  <a:lumMod val="50000"/>
                </a:schemeClr>
              </a:solidFill>
              <a:latin typeface="Times New Roman" panose="02020603050405020304" pitchFamily="18" charset="0"/>
              <a:cs typeface="Times New Roman" panose="02020603050405020304" pitchFamily="18" charset="0"/>
            </a:rPr>
            <a:t>Distribution of fruits</a:t>
          </a:r>
        </a:p>
        <a:p>
          <a:pPr lvl="0" algn="l" defTabSz="1066800">
            <a:lnSpc>
              <a:spcPct val="90000"/>
            </a:lnSpc>
            <a:spcBef>
              <a:spcPct val="0"/>
            </a:spcBef>
            <a:spcAft>
              <a:spcPct val="35000"/>
            </a:spcAft>
          </a:pPr>
          <a:r>
            <a:rPr lang="en-US" sz="2400" b="0" kern="1200" dirty="0" smtClean="0">
              <a:solidFill>
                <a:schemeClr val="bg1">
                  <a:lumMod val="50000"/>
                </a:schemeClr>
              </a:solidFill>
              <a:latin typeface="Times New Roman" panose="02020603050405020304" pitchFamily="18" charset="0"/>
              <a:cs typeface="Times New Roman" panose="02020603050405020304" pitchFamily="18" charset="0"/>
            </a:rPr>
            <a:t>Fruits are solitary and closely spaced, with the possibility of being obscured by leaves and branches.</a:t>
          </a:r>
          <a:endParaRPr lang="en-US" sz="2400" b="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1292281" y="2444176"/>
        <a:ext cx="4058651" cy="2220949"/>
      </dsp:txXfrm>
    </dsp:sp>
    <dsp:sp modelId="{74658EB0-0D6F-47D7-B2EE-314041A57C1F}">
      <dsp:nvSpPr>
        <dsp:cNvPr id="0" name=""/>
        <dsp:cNvSpPr/>
      </dsp:nvSpPr>
      <dsp:spPr>
        <a:xfrm>
          <a:off x="222094" y="2665138"/>
          <a:ext cx="1070186" cy="1776759"/>
        </a:xfrm>
        <a:prstGeom prst="roundRect">
          <a:avLst>
            <a:gd name="adj" fmla="val 10000"/>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29BECA-5405-420E-895B-23F7467407E2}">
      <dsp:nvSpPr>
        <dsp:cNvPr id="0" name=""/>
        <dsp:cNvSpPr/>
      </dsp:nvSpPr>
      <dsp:spPr>
        <a:xfrm>
          <a:off x="230293" y="1034335"/>
          <a:ext cx="5527040" cy="1727200"/>
        </a:xfrm>
        <a:prstGeom prst="rect">
          <a:avLst/>
        </a:prstGeom>
        <a:solidFill>
          <a:schemeClr val="accent5">
            <a:alpha val="4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169890" tIns="68580" rIns="68580" bIns="68580" numCol="1" spcCol="1270" anchor="ctr" anchorCtr="0">
          <a:noAutofit/>
        </a:bodyPr>
        <a:lstStyle/>
        <a:p>
          <a:pPr lvl="0" algn="ctr" defTabSz="800100" rtl="1">
            <a:lnSpc>
              <a:spcPct val="90000"/>
            </a:lnSpc>
            <a:spcBef>
              <a:spcPct val="0"/>
            </a:spcBef>
            <a:spcAft>
              <a:spcPct val="35000"/>
            </a:spcAft>
          </a:pPr>
          <a:r>
            <a:rPr lang="en-US" sz="1800" b="1" kern="1200" dirty="0" smtClean="0">
              <a:solidFill>
                <a:schemeClr val="bg1">
                  <a:lumMod val="50000"/>
                </a:schemeClr>
              </a:solidFill>
              <a:latin typeface="Times New Roman" panose="02020603050405020304" pitchFamily="18" charset="0"/>
              <a:cs typeface="Times New Roman" panose="02020603050405020304" pitchFamily="18" charset="0"/>
            </a:rPr>
            <a:t>Mobile Platform:</a:t>
          </a:r>
        </a:p>
        <a:p>
          <a:pPr lvl="0" algn="ctr" defTabSz="800100" rtl="1">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Determining appropriate dimensions for the miniature robot, ensuring stability and ease of movement within an agricultural environment, and utilizing a four-wheeled platform</a:t>
          </a:r>
          <a:r>
            <a:rPr lang="en-US" sz="1800" kern="1200" dirty="0" smtClean="0"/>
            <a:t>.</a:t>
          </a:r>
          <a:r>
            <a:rPr lang="ar-EG" sz="1800" kern="1200" dirty="0" smtClean="0">
              <a:solidFill>
                <a:schemeClr val="bg1">
                  <a:lumMod val="50000"/>
                </a:schemeClr>
              </a:solidFill>
              <a:cs typeface="+mj-cs"/>
            </a:rPr>
            <a:t>.</a:t>
          </a:r>
          <a:endParaRPr lang="en-US" sz="1800" kern="1200" dirty="0">
            <a:solidFill>
              <a:schemeClr val="bg1">
                <a:lumMod val="50000"/>
              </a:schemeClr>
            </a:solidFill>
            <a:cs typeface="+mj-cs"/>
          </a:endParaRPr>
        </a:p>
      </dsp:txBody>
      <dsp:txXfrm>
        <a:off x="230293" y="1034335"/>
        <a:ext cx="5527040" cy="1727200"/>
      </dsp:txXfrm>
    </dsp:sp>
    <dsp:sp modelId="{6C3E7CCF-9055-42D2-ADFC-08E90F59C9A7}">
      <dsp:nvSpPr>
        <dsp:cNvPr id="0" name=""/>
        <dsp:cNvSpPr/>
      </dsp:nvSpPr>
      <dsp:spPr>
        <a:xfrm>
          <a:off x="0" y="784851"/>
          <a:ext cx="1209040" cy="1813560"/>
        </a:xfrm>
        <a:prstGeom prst="rect">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146DB6F-146F-4FDD-91E6-24B05011888B}">
      <dsp:nvSpPr>
        <dsp:cNvPr id="0" name=""/>
        <dsp:cNvSpPr/>
      </dsp:nvSpPr>
      <dsp:spPr>
        <a:xfrm>
          <a:off x="230293" y="3624694"/>
          <a:ext cx="5527040" cy="1727200"/>
        </a:xfrm>
        <a:prstGeom prst="rect">
          <a:avLst/>
        </a:prstGeom>
        <a:solidFill>
          <a:schemeClr val="accent5">
            <a:alpha val="4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169890" tIns="68580" rIns="68580" bIns="68580" numCol="1" spcCol="1270" anchor="ctr" anchorCtr="0">
          <a:noAutofit/>
        </a:bodyPr>
        <a:lstStyle/>
        <a:p>
          <a:pPr lvl="0" algn="ctr" defTabSz="800100" rtl="1">
            <a:lnSpc>
              <a:spcPct val="90000"/>
            </a:lnSpc>
            <a:spcBef>
              <a:spcPct val="0"/>
            </a:spcBef>
            <a:spcAft>
              <a:spcPct val="35000"/>
            </a:spcAft>
          </a:pPr>
          <a:r>
            <a:rPr lang="en-US" sz="1800" b="1" kern="1200" dirty="0" smtClean="0">
              <a:solidFill>
                <a:schemeClr val="bg1">
                  <a:lumMod val="50000"/>
                </a:schemeClr>
              </a:solidFill>
              <a:latin typeface="Times New Roman" panose="02020603050405020304" pitchFamily="18" charset="0"/>
              <a:cs typeface="Times New Roman" panose="02020603050405020304" pitchFamily="18" charset="0"/>
            </a:rPr>
            <a:t>Locomotion System:</a:t>
          </a:r>
        </a:p>
        <a:p>
          <a:pPr lvl="0" algn="ctr" defTabSz="800100" rtl="1">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Studying various types of rubber wheels and tracks, and evaluating the options based on the nature of the agricultural terrain</a:t>
          </a:r>
          <a:endParaRPr lang="en-US" sz="180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230293" y="3624694"/>
        <a:ext cx="5527040" cy="1727200"/>
      </dsp:txXfrm>
    </dsp:sp>
    <dsp:sp modelId="{51F39C30-C988-4CB5-A1FC-3A756B2E3046}">
      <dsp:nvSpPr>
        <dsp:cNvPr id="0" name=""/>
        <dsp:cNvSpPr/>
      </dsp:nvSpPr>
      <dsp:spPr>
        <a:xfrm>
          <a:off x="0" y="3375210"/>
          <a:ext cx="1209040" cy="1813560"/>
        </a:xfrm>
        <a:prstGeom prst="rect">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29BECA-5405-420E-895B-23F7467407E2}">
      <dsp:nvSpPr>
        <dsp:cNvPr id="0" name=""/>
        <dsp:cNvSpPr/>
      </dsp:nvSpPr>
      <dsp:spPr>
        <a:xfrm>
          <a:off x="230293" y="1031120"/>
          <a:ext cx="5527041" cy="1727200"/>
        </a:xfrm>
        <a:prstGeom prst="rect">
          <a:avLst/>
        </a:prstGeom>
        <a:solidFill>
          <a:schemeClr val="accent5">
            <a:alpha val="4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169890" tIns="68580" rIns="68580" bIns="68580" numCol="1" spcCol="1270" anchor="ctr" anchorCtr="0">
          <a:noAutofit/>
        </a:bodyPr>
        <a:lstStyle/>
        <a:p>
          <a:pPr lvl="0" algn="ctr" defTabSz="800100" rtl="1">
            <a:lnSpc>
              <a:spcPct val="90000"/>
            </a:lnSpc>
            <a:spcBef>
              <a:spcPct val="0"/>
            </a:spcBef>
            <a:spcAft>
              <a:spcPct val="35000"/>
            </a:spcAft>
          </a:pPr>
          <a:r>
            <a:rPr lang="en-US" sz="1800" b="1" kern="1200" dirty="0" smtClean="0">
              <a:solidFill>
                <a:schemeClr val="bg1">
                  <a:lumMod val="50000"/>
                </a:schemeClr>
              </a:solidFill>
              <a:latin typeface="Times New Roman" panose="02020603050405020304" pitchFamily="18" charset="0"/>
              <a:cs typeface="Times New Roman" panose="02020603050405020304" pitchFamily="18" charset="0"/>
            </a:rPr>
            <a:t>Robotic</a:t>
          </a:r>
          <a:r>
            <a:rPr lang="en-US" sz="1800" b="1" kern="1200" dirty="0" smtClean="0">
              <a:solidFill>
                <a:schemeClr val="bg1">
                  <a:lumMod val="50000"/>
                </a:schemeClr>
              </a:solidFill>
              <a:cs typeface="+mj-cs"/>
            </a:rPr>
            <a:t> </a:t>
          </a:r>
          <a:r>
            <a:rPr lang="en-US" sz="1800" b="1" kern="1200" dirty="0" smtClean="0">
              <a:solidFill>
                <a:schemeClr val="bg1">
                  <a:lumMod val="50000"/>
                </a:schemeClr>
              </a:solidFill>
              <a:latin typeface="Times New Roman" panose="02020603050405020304" pitchFamily="18" charset="0"/>
              <a:cs typeface="Times New Roman" panose="02020603050405020304" pitchFamily="18" charset="0"/>
            </a:rPr>
            <a:t>Arm</a:t>
          </a:r>
          <a:endParaRPr lang="ar-EG" sz="1800" b="1" kern="1200" dirty="0" smtClean="0">
            <a:solidFill>
              <a:schemeClr val="bg1">
                <a:lumMod val="50000"/>
              </a:schemeClr>
            </a:solidFill>
            <a:cs typeface="+mj-cs"/>
          </a:endParaRPr>
        </a:p>
        <a:p>
          <a:pPr lvl="0" algn="ctr" defTabSz="800100" rtl="0">
            <a:lnSpc>
              <a:spcPct val="90000"/>
            </a:lnSpc>
            <a:spcBef>
              <a:spcPct val="0"/>
            </a:spcBef>
            <a:spcAft>
              <a:spcPct val="35000"/>
            </a:spcAft>
          </a:pP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Determining the appropriate number of degrees of freedom, defining the reach to allow for fruit picking, and accounting for the required load capacity based on the weight of the fruit</a:t>
          </a:r>
          <a:r>
            <a:rPr lang="en-US" sz="1800" b="1" kern="1200" dirty="0" smtClean="0">
              <a:solidFill>
                <a:schemeClr val="bg1">
                  <a:lumMod val="50000"/>
                </a:schemeClr>
              </a:solidFill>
              <a:cs typeface="+mj-cs"/>
            </a:rPr>
            <a:t>.</a:t>
          </a:r>
          <a:endParaRPr lang="en-US" sz="1800" kern="1200" dirty="0">
            <a:solidFill>
              <a:schemeClr val="bg1">
                <a:lumMod val="50000"/>
              </a:schemeClr>
            </a:solidFill>
            <a:cs typeface="+mj-cs"/>
          </a:endParaRPr>
        </a:p>
      </dsp:txBody>
      <dsp:txXfrm>
        <a:off x="230293" y="1031120"/>
        <a:ext cx="5527041" cy="1727200"/>
      </dsp:txXfrm>
    </dsp:sp>
    <dsp:sp modelId="{6C3E7CCF-9055-42D2-ADFC-08E90F59C9A7}">
      <dsp:nvSpPr>
        <dsp:cNvPr id="0" name=""/>
        <dsp:cNvSpPr/>
      </dsp:nvSpPr>
      <dsp:spPr>
        <a:xfrm>
          <a:off x="0" y="781635"/>
          <a:ext cx="1209040" cy="1813560"/>
        </a:xfrm>
        <a:prstGeom prst="rect">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146DB6F-146F-4FDD-91E6-24B05011888B}">
      <dsp:nvSpPr>
        <dsp:cNvPr id="0" name=""/>
        <dsp:cNvSpPr/>
      </dsp:nvSpPr>
      <dsp:spPr>
        <a:xfrm>
          <a:off x="230293" y="3620765"/>
          <a:ext cx="5527041" cy="1727200"/>
        </a:xfrm>
        <a:prstGeom prst="rect">
          <a:avLst/>
        </a:prstGeom>
        <a:solidFill>
          <a:schemeClr val="accent5">
            <a:alpha val="4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169890" tIns="68580" rIns="68580" bIns="68580" numCol="1" spcCol="1270" anchor="ctr" anchorCtr="0">
          <a:noAutofit/>
        </a:bodyPr>
        <a:lstStyle/>
        <a:p>
          <a:pPr lvl="0" algn="ctr" defTabSz="800100" rtl="1">
            <a:lnSpc>
              <a:spcPct val="90000"/>
            </a:lnSpc>
            <a:spcBef>
              <a:spcPct val="0"/>
            </a:spcBef>
            <a:spcAft>
              <a:spcPct val="35000"/>
            </a:spcAft>
          </a:pPr>
          <a:r>
            <a:rPr lang="en-US" sz="1800" b="1" kern="1200" dirty="0" smtClean="0">
              <a:solidFill>
                <a:schemeClr val="bg1">
                  <a:lumMod val="50000"/>
                </a:schemeClr>
              </a:solidFill>
              <a:latin typeface="Times New Roman" panose="02020603050405020304" pitchFamily="18" charset="0"/>
              <a:cs typeface="Times New Roman" panose="02020603050405020304" pitchFamily="18" charset="0"/>
            </a:rPr>
            <a:t>Gripper:</a:t>
          </a:r>
          <a:endParaRPr lang="ar-EG" sz="1800" b="1"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00100" rtl="1">
            <a:lnSpc>
              <a:spcPct val="90000"/>
            </a:lnSpc>
            <a:spcBef>
              <a:spcPct val="0"/>
            </a:spcBef>
            <a:spcAft>
              <a:spcPct val="35000"/>
            </a:spcAft>
          </a:pP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Studying potential types of grippers, ensuring the safety of the fruit to prevent damage, and facilitating ease of control and </a:t>
          </a: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integration with </a:t>
          </a:r>
          <a:r>
            <a:rPr lang="en-US" sz="1800" b="0" kern="1200" dirty="0" smtClean="0">
              <a:solidFill>
                <a:schemeClr val="bg1">
                  <a:lumMod val="50000"/>
                </a:schemeClr>
              </a:solidFill>
              <a:latin typeface="Times New Roman" panose="02020603050405020304" pitchFamily="18" charset="0"/>
              <a:cs typeface="Times New Roman" panose="02020603050405020304" pitchFamily="18" charset="0"/>
            </a:rPr>
            <a:t>the robotic arm</a:t>
          </a:r>
          <a:r>
            <a:rPr lang="en-US" sz="1800" b="1" kern="1200" dirty="0" smtClean="0">
              <a:solidFill>
                <a:schemeClr val="bg1">
                  <a:lumMod val="50000"/>
                </a:schemeClr>
              </a:solidFill>
              <a:latin typeface="Times New Roman" panose="02020603050405020304" pitchFamily="18" charset="0"/>
              <a:cs typeface="Times New Roman" panose="02020603050405020304" pitchFamily="18" charset="0"/>
            </a:rPr>
            <a:t>.</a:t>
          </a:r>
          <a:endParaRPr lang="en-US" sz="1800" kern="1200" dirty="0">
            <a:solidFill>
              <a:schemeClr val="bg1">
                <a:lumMod val="50000"/>
              </a:schemeClr>
            </a:solidFill>
            <a:cs typeface="+mj-cs"/>
          </a:endParaRPr>
        </a:p>
      </dsp:txBody>
      <dsp:txXfrm>
        <a:off x="230293" y="3620765"/>
        <a:ext cx="5527041" cy="1727200"/>
      </dsp:txXfrm>
    </dsp:sp>
    <dsp:sp modelId="{51F39C30-C988-4CB5-A1FC-3A756B2E3046}">
      <dsp:nvSpPr>
        <dsp:cNvPr id="0" name=""/>
        <dsp:cNvSpPr/>
      </dsp:nvSpPr>
      <dsp:spPr>
        <a:xfrm>
          <a:off x="0" y="3371281"/>
          <a:ext cx="1209040" cy="1813560"/>
        </a:xfrm>
        <a:prstGeom prst="rect">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80A78-8890-4D04-987F-6910DED68D5A}">
      <dsp:nvSpPr>
        <dsp:cNvPr id="0" name=""/>
        <dsp:cNvSpPr/>
      </dsp:nvSpPr>
      <dsp:spPr>
        <a:xfrm>
          <a:off x="0" y="0"/>
          <a:ext cx="11565467" cy="2872740"/>
        </a:xfrm>
        <a:prstGeom prst="roundRect">
          <a:avLst>
            <a:gd name="adj" fmla="val 10000"/>
          </a:avLst>
        </a:prstGeom>
        <a:solidFill>
          <a:schemeClr val="lt1">
            <a:alpha val="90000"/>
            <a:tint val="40000"/>
            <a:hueOff val="0"/>
            <a:satOff val="0"/>
            <a:lumOff val="0"/>
            <a:alphaOff val="0"/>
          </a:schemeClr>
        </a:solidFill>
        <a:ln w="15875" cap="flat" cmpd="sng" algn="ctr">
          <a:solidFill>
            <a:schemeClr val="accent5">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F38119-C018-4837-948D-9A47AFA112BF}">
      <dsp:nvSpPr>
        <dsp:cNvPr id="0" name=""/>
        <dsp:cNvSpPr/>
      </dsp:nvSpPr>
      <dsp:spPr>
        <a:xfrm>
          <a:off x="349410" y="383032"/>
          <a:ext cx="2518820" cy="2106676"/>
        </a:xfrm>
        <a:prstGeom prst="roundRect">
          <a:avLst>
            <a:gd name="adj" fmla="val 10000"/>
          </a:avLst>
        </a:prstGeom>
        <a:blipFill rotWithShape="1">
          <a:blip xmlns:r="http://schemas.openxmlformats.org/officeDocument/2006/relationships" r:embed="rId1"/>
          <a:stretch>
            <a:fillRect/>
          </a:stretch>
        </a:blipFill>
        <a:ln w="22225" cap="flat" cmpd="sng" algn="ctr">
          <a:solidFill>
            <a:schemeClr val="accent5">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6FD19EC7-FA28-49F8-966C-A4BDEFC9869D}">
      <dsp:nvSpPr>
        <dsp:cNvPr id="0" name=""/>
        <dsp:cNvSpPr/>
      </dsp:nvSpPr>
      <dsp:spPr>
        <a:xfrm rot="10800000">
          <a:off x="349410" y="2872740"/>
          <a:ext cx="2518820" cy="3511126"/>
        </a:xfrm>
        <a:prstGeom prst="round2SameRect">
          <a:avLst>
            <a:gd name="adj1" fmla="val 10500"/>
            <a:gd name="adj2" fmla="val 0"/>
          </a:avLst>
        </a:prstGeom>
        <a:solidFill>
          <a:schemeClr val="lt1">
            <a:hueOff val="0"/>
            <a:satOff val="0"/>
            <a:lumOff val="0"/>
            <a:alphaOff val="0"/>
          </a:schemeClr>
        </a:solidFill>
        <a:ln w="22225" cap="flat" cmpd="sng" algn="ctr">
          <a:solidFill>
            <a:schemeClr val="accent5">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t" anchorCtr="0">
          <a:noAutofit/>
        </a:bodyPr>
        <a:lstStyle/>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Simulation of the Robot and Agricultural Environment</a:t>
          </a:r>
        </a:p>
        <a:p>
          <a:pPr lvl="0" algn="ctr" defTabSz="889000">
            <a:lnSpc>
              <a:spcPct val="90000"/>
            </a:lnSpc>
            <a:spcBef>
              <a:spcPct val="0"/>
            </a:spcBef>
            <a:spcAft>
              <a:spcPct val="35000"/>
            </a:spcAft>
          </a:pPr>
          <a:endParaRPr lang="en-US" sz="700"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Creating a Virtual Apple Orchard</a:t>
          </a:r>
        </a:p>
        <a:p>
          <a:pPr lvl="0" algn="ctr" defTabSz="889000">
            <a:lnSpc>
              <a:spcPct val="90000"/>
            </a:lnSpc>
            <a:spcBef>
              <a:spcPct val="0"/>
            </a:spcBef>
            <a:spcAft>
              <a:spcPct val="35000"/>
            </a:spcAft>
          </a:pPr>
          <a:endParaRPr lang="en-US" sz="900"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Testing Detection and Localization Algorithms Prior to Practical Implementation</a:t>
          </a:r>
          <a:endParaRPr lang="ar-EG" sz="2000" kern="1200" dirty="0" smtClean="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426872" y="2872740"/>
        <a:ext cx="2363896" cy="3433664"/>
      </dsp:txXfrm>
    </dsp:sp>
    <dsp:sp modelId="{7F702956-B151-4809-A681-072800BFEB7F}">
      <dsp:nvSpPr>
        <dsp:cNvPr id="0" name=""/>
        <dsp:cNvSpPr/>
      </dsp:nvSpPr>
      <dsp:spPr>
        <a:xfrm>
          <a:off x="3120113" y="383032"/>
          <a:ext cx="2518820" cy="2106676"/>
        </a:xfrm>
        <a:prstGeom prst="roundRect">
          <a:avLst>
            <a:gd name="adj" fmla="val 10000"/>
          </a:avLst>
        </a:prstGeom>
        <a:blipFill rotWithShape="1">
          <a:blip xmlns:r="http://schemas.openxmlformats.org/officeDocument/2006/relationships" r:embed="rId2"/>
          <a:stretch>
            <a:fillRect/>
          </a:stretch>
        </a:blipFill>
        <a:ln w="22225" cap="flat" cmpd="sng" algn="ctr">
          <a:solidFill>
            <a:schemeClr val="accent5">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56F2C42E-36D8-431C-B931-DFA17C8597AB}">
      <dsp:nvSpPr>
        <dsp:cNvPr id="0" name=""/>
        <dsp:cNvSpPr/>
      </dsp:nvSpPr>
      <dsp:spPr>
        <a:xfrm rot="10800000">
          <a:off x="3120113" y="2872740"/>
          <a:ext cx="2518820" cy="3511126"/>
        </a:xfrm>
        <a:prstGeom prst="round2SameRect">
          <a:avLst>
            <a:gd name="adj1" fmla="val 10500"/>
            <a:gd name="adj2" fmla="val 0"/>
          </a:avLst>
        </a:prstGeom>
        <a:solidFill>
          <a:schemeClr val="lt1">
            <a:hueOff val="0"/>
            <a:satOff val="0"/>
            <a:lumOff val="0"/>
            <a:alphaOff val="0"/>
          </a:schemeClr>
        </a:solidFill>
        <a:ln w="22225" cap="flat" cmpd="sng" algn="ctr">
          <a:solidFill>
            <a:schemeClr val="accent5">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t" anchorCtr="0">
          <a:noAutofit/>
        </a:bodyPr>
        <a:lstStyle/>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Connecting various software modules</a:t>
          </a:r>
        </a:p>
        <a:p>
          <a:pPr lvl="0" algn="ctr" defTabSz="889000">
            <a:lnSpc>
              <a:spcPct val="90000"/>
            </a:lnSpc>
            <a:spcBef>
              <a:spcPct val="0"/>
            </a:spcBef>
            <a:spcAft>
              <a:spcPct val="35000"/>
            </a:spcAft>
          </a:pPr>
          <a:endParaRPr lang="en-US" sz="2000"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Real-time data exchange</a:t>
          </a:r>
        </a:p>
        <a:p>
          <a:pPr lvl="0" algn="ctr" defTabSz="889000">
            <a:lnSpc>
              <a:spcPct val="90000"/>
            </a:lnSpc>
            <a:spcBef>
              <a:spcPct val="0"/>
            </a:spcBef>
            <a:spcAft>
              <a:spcPct val="35000"/>
            </a:spcAft>
          </a:pPr>
          <a:endParaRPr lang="en-US" sz="2000"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Using ready-made packages for integration and connectivity</a:t>
          </a:r>
          <a:endParaRPr lang="en-US" sz="200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3197575" y="2872740"/>
        <a:ext cx="2363896" cy="3433664"/>
      </dsp:txXfrm>
    </dsp:sp>
    <dsp:sp modelId="{501B7547-4D0D-4DF5-AE0C-DB5F5EEA591F}">
      <dsp:nvSpPr>
        <dsp:cNvPr id="0" name=""/>
        <dsp:cNvSpPr/>
      </dsp:nvSpPr>
      <dsp:spPr>
        <a:xfrm>
          <a:off x="5890816" y="326899"/>
          <a:ext cx="2554537" cy="2218940"/>
        </a:xfrm>
        <a:prstGeom prst="roundRect">
          <a:avLst>
            <a:gd name="adj" fmla="val 10000"/>
          </a:avLst>
        </a:prstGeom>
        <a:blipFill rotWithShape="1">
          <a:blip xmlns:r="http://schemas.openxmlformats.org/officeDocument/2006/relationships" r:embed="rId3"/>
          <a:stretch>
            <a:fillRect/>
          </a:stretch>
        </a:blipFill>
        <a:ln w="22225" cap="flat" cmpd="sng" algn="ctr">
          <a:solidFill>
            <a:schemeClr val="accent5">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86E21D6D-7ADB-4CEA-B802-3A63585195ED}">
      <dsp:nvSpPr>
        <dsp:cNvPr id="0" name=""/>
        <dsp:cNvSpPr/>
      </dsp:nvSpPr>
      <dsp:spPr>
        <a:xfrm rot="10800000">
          <a:off x="5908674" y="2872740"/>
          <a:ext cx="2518820" cy="3511126"/>
        </a:xfrm>
        <a:prstGeom prst="round2SameRect">
          <a:avLst>
            <a:gd name="adj1" fmla="val 10500"/>
            <a:gd name="adj2" fmla="val 0"/>
          </a:avLst>
        </a:prstGeom>
        <a:solidFill>
          <a:schemeClr val="lt1">
            <a:hueOff val="0"/>
            <a:satOff val="0"/>
            <a:lumOff val="0"/>
            <a:alphaOff val="0"/>
          </a:schemeClr>
        </a:solidFill>
        <a:ln w="22225" cap="flat" cmpd="sng" algn="ctr">
          <a:solidFill>
            <a:schemeClr val="accent5">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t" anchorCtr="0">
          <a:noAutofit/>
        </a:bodyPr>
        <a:lstStyle/>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Detecting apples in an image</a:t>
          </a:r>
        </a:p>
        <a:p>
          <a:pPr lvl="0" algn="ctr" defTabSz="889000">
            <a:lnSpc>
              <a:spcPct val="90000"/>
            </a:lnSpc>
            <a:spcBef>
              <a:spcPct val="0"/>
            </a:spcBef>
            <a:spcAft>
              <a:spcPct val="35000"/>
            </a:spcAft>
          </a:pPr>
          <a:endParaRPr lang="en-US" sz="1400"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Determining their 2D locations (detection bounding boxes)</a:t>
          </a:r>
        </a:p>
        <a:p>
          <a:pPr lvl="0" algn="ctr" defTabSz="889000">
            <a:lnSpc>
              <a:spcPct val="90000"/>
            </a:lnSpc>
            <a:spcBef>
              <a:spcPct val="0"/>
            </a:spcBef>
            <a:spcAft>
              <a:spcPct val="35000"/>
            </a:spcAft>
          </a:pPr>
          <a:endParaRPr lang="en-US" sz="2000"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Using a pre-trained model or creating a suitable dataset</a:t>
          </a:r>
          <a:endParaRPr lang="en-US" sz="200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5986136" y="2872740"/>
        <a:ext cx="2363896" cy="3433664"/>
      </dsp:txXfrm>
    </dsp:sp>
    <dsp:sp modelId="{BFDA52A9-1028-4950-96CC-D22EC8A0F224}">
      <dsp:nvSpPr>
        <dsp:cNvPr id="0" name=""/>
        <dsp:cNvSpPr/>
      </dsp:nvSpPr>
      <dsp:spPr>
        <a:xfrm>
          <a:off x="8697235" y="383032"/>
          <a:ext cx="2518820" cy="2106676"/>
        </a:xfrm>
        <a:prstGeom prst="roundRect">
          <a:avLst>
            <a:gd name="adj" fmla="val 10000"/>
          </a:avLst>
        </a:prstGeom>
        <a:blipFill rotWithShape="1">
          <a:blip xmlns:r="http://schemas.openxmlformats.org/officeDocument/2006/relationships" r:embed="rId4"/>
          <a:stretch>
            <a:fillRect/>
          </a:stretch>
        </a:blipFill>
        <a:ln w="22225" cap="flat" cmpd="sng" algn="ctr">
          <a:solidFill>
            <a:schemeClr val="accent5">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C5682080-E16C-4DDA-BDA4-B76F2CB9C5F2}">
      <dsp:nvSpPr>
        <dsp:cNvPr id="0" name=""/>
        <dsp:cNvSpPr/>
      </dsp:nvSpPr>
      <dsp:spPr>
        <a:xfrm rot="10800000">
          <a:off x="8697235" y="2872740"/>
          <a:ext cx="2518820" cy="3511126"/>
        </a:xfrm>
        <a:prstGeom prst="round2SameRect">
          <a:avLst>
            <a:gd name="adj1" fmla="val 10500"/>
            <a:gd name="adj2" fmla="val 0"/>
          </a:avLst>
        </a:prstGeom>
        <a:solidFill>
          <a:schemeClr val="lt1">
            <a:hueOff val="0"/>
            <a:satOff val="0"/>
            <a:lumOff val="0"/>
            <a:alphaOff val="0"/>
          </a:schemeClr>
        </a:solidFill>
        <a:ln w="22225" cap="flat" cmpd="sng" algn="ctr">
          <a:solidFill>
            <a:schemeClr val="accent5">
              <a:shade val="80000"/>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t" anchorCtr="0">
          <a:noAutofit/>
        </a:bodyPr>
        <a:lstStyle/>
        <a:p>
          <a:pPr lvl="0" algn="ctr" defTabSz="889000" rtl="1">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Acquiring color images and depth data</a:t>
          </a:r>
        </a:p>
        <a:p>
          <a:pPr lvl="0" algn="ctr" defTabSz="889000">
            <a:lnSpc>
              <a:spcPct val="90000"/>
            </a:lnSpc>
            <a:spcBef>
              <a:spcPct val="0"/>
            </a:spcBef>
            <a:spcAft>
              <a:spcPct val="35000"/>
            </a:spcAft>
          </a:pPr>
          <a:endParaRPr lang="en-US" sz="2000"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Locating fruits and determining the distance to them</a:t>
          </a:r>
        </a:p>
        <a:p>
          <a:pPr lvl="0" algn="ctr" defTabSz="889000">
            <a:lnSpc>
              <a:spcPct val="90000"/>
            </a:lnSpc>
            <a:spcBef>
              <a:spcPct val="0"/>
            </a:spcBef>
            <a:spcAft>
              <a:spcPct val="35000"/>
            </a:spcAft>
          </a:pPr>
          <a:endParaRPr lang="en-US" sz="2000" kern="1200" dirty="0" smtClean="0">
            <a:solidFill>
              <a:schemeClr val="bg1">
                <a:lumMod val="50000"/>
              </a:schemeClr>
            </a:solidFill>
            <a:latin typeface="Times New Roman" panose="02020603050405020304" pitchFamily="18" charset="0"/>
            <a:cs typeface="Times New Roman" panose="02020603050405020304" pitchFamily="18" charset="0"/>
          </a:endParaRPr>
        </a:p>
        <a:p>
          <a:pPr lvl="0" algn="ctr" defTabSz="889000">
            <a:lnSpc>
              <a:spcPct val="90000"/>
            </a:lnSpc>
            <a:spcBef>
              <a:spcPct val="0"/>
            </a:spcBef>
            <a:spcAft>
              <a:spcPct val="35000"/>
            </a:spcAft>
          </a:pPr>
          <a:r>
            <a:rPr lang="en-US" sz="2000" kern="1200" dirty="0" smtClean="0">
              <a:solidFill>
                <a:schemeClr val="bg1">
                  <a:lumMod val="50000"/>
                </a:schemeClr>
              </a:solidFill>
              <a:latin typeface="Times New Roman" panose="02020603050405020304" pitchFamily="18" charset="0"/>
              <a:cs typeface="Times New Roman" panose="02020603050405020304" pitchFamily="18" charset="0"/>
            </a:rPr>
            <a:t>Integrating data into ROS2</a:t>
          </a:r>
          <a:endParaRPr lang="en-US" sz="2000" kern="1200" dirty="0">
            <a:solidFill>
              <a:schemeClr val="bg1">
                <a:lumMod val="50000"/>
              </a:schemeClr>
            </a:solidFill>
            <a:latin typeface="Times New Roman" panose="02020603050405020304" pitchFamily="18" charset="0"/>
            <a:cs typeface="Times New Roman" panose="02020603050405020304" pitchFamily="18" charset="0"/>
          </a:endParaRPr>
        </a:p>
      </dsp:txBody>
      <dsp:txXfrm rot="10800000">
        <a:off x="8774697" y="2872740"/>
        <a:ext cx="2363896" cy="343366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620CD-E666-418C-BBF4-4F4EDBC71342}">
      <dsp:nvSpPr>
        <dsp:cNvPr id="0" name=""/>
        <dsp:cNvSpPr/>
      </dsp:nvSpPr>
      <dsp:spPr>
        <a:xfrm>
          <a:off x="4607648" y="5554903"/>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75CFC5C-F044-49B8-B4DF-ACF487D67ACA}">
      <dsp:nvSpPr>
        <dsp:cNvPr id="0" name=""/>
        <dsp:cNvSpPr/>
      </dsp:nvSpPr>
      <dsp:spPr>
        <a:xfrm>
          <a:off x="4375602" y="5649209"/>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74364B0F-D60C-4219-8B52-CC472C1027F2}">
      <dsp:nvSpPr>
        <dsp:cNvPr id="0" name=""/>
        <dsp:cNvSpPr/>
      </dsp:nvSpPr>
      <dsp:spPr>
        <a:xfrm>
          <a:off x="4138431" y="5727169"/>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D8F83D2-F2F8-4D05-8409-B666ECABBB0A}">
      <dsp:nvSpPr>
        <dsp:cNvPr id="0" name=""/>
        <dsp:cNvSpPr/>
      </dsp:nvSpPr>
      <dsp:spPr>
        <a:xfrm>
          <a:off x="3897601" y="5787525"/>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F4BF4E1-D15B-4F2F-8BC5-2AFA320A801D}">
      <dsp:nvSpPr>
        <dsp:cNvPr id="0" name=""/>
        <dsp:cNvSpPr/>
      </dsp:nvSpPr>
      <dsp:spPr>
        <a:xfrm>
          <a:off x="5874019" y="4642017"/>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EC31C2C8-A29F-4409-9C24-CF6B7DC5F988}">
      <dsp:nvSpPr>
        <dsp:cNvPr id="0" name=""/>
        <dsp:cNvSpPr/>
      </dsp:nvSpPr>
      <dsp:spPr>
        <a:xfrm>
          <a:off x="5690285" y="4828115"/>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AFC891D-E5A6-486B-BDD1-C0A6D50A24C2}">
      <dsp:nvSpPr>
        <dsp:cNvPr id="0" name=""/>
        <dsp:cNvSpPr/>
      </dsp:nvSpPr>
      <dsp:spPr>
        <a:xfrm>
          <a:off x="6634573" y="3510340"/>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822F980C-75F0-4505-BDC5-05621C61F28C}">
      <dsp:nvSpPr>
        <dsp:cNvPr id="0" name=""/>
        <dsp:cNvSpPr/>
      </dsp:nvSpPr>
      <dsp:spPr>
        <a:xfrm>
          <a:off x="7043033" y="2131580"/>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79138A8-5AAD-45B5-A775-69BBC405C050}">
      <dsp:nvSpPr>
        <dsp:cNvPr id="0" name=""/>
        <dsp:cNvSpPr/>
      </dsp:nvSpPr>
      <dsp:spPr>
        <a:xfrm>
          <a:off x="6838803" y="500708"/>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1C5417B-DCFF-4899-BC9D-8DD1404FA476}">
      <dsp:nvSpPr>
        <dsp:cNvPr id="0" name=""/>
        <dsp:cNvSpPr/>
      </dsp:nvSpPr>
      <dsp:spPr>
        <a:xfrm>
          <a:off x="6991060" y="383139"/>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BEAF290-7005-4262-B674-BCF4B833EECE}">
      <dsp:nvSpPr>
        <dsp:cNvPr id="0" name=""/>
        <dsp:cNvSpPr/>
      </dsp:nvSpPr>
      <dsp:spPr>
        <a:xfrm>
          <a:off x="7143318" y="264942"/>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D0A6CCD8-4EA5-4F2C-9F86-C9254A079C3F}">
      <dsp:nvSpPr>
        <dsp:cNvPr id="0" name=""/>
        <dsp:cNvSpPr/>
      </dsp:nvSpPr>
      <dsp:spPr>
        <a:xfrm>
          <a:off x="7296307" y="383139"/>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5244CA8-ADDE-4188-B862-70B9016BAC9F}">
      <dsp:nvSpPr>
        <dsp:cNvPr id="0" name=""/>
        <dsp:cNvSpPr/>
      </dsp:nvSpPr>
      <dsp:spPr>
        <a:xfrm>
          <a:off x="7448564" y="500708"/>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12FE852F-F49B-4E15-9DC4-9BAAE25D79A7}">
      <dsp:nvSpPr>
        <dsp:cNvPr id="0" name=""/>
        <dsp:cNvSpPr/>
      </dsp:nvSpPr>
      <dsp:spPr>
        <a:xfrm>
          <a:off x="7143318" y="513911"/>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D93FA91-F698-4663-AB63-6380C0FF9BBA}">
      <dsp:nvSpPr>
        <dsp:cNvPr id="0" name=""/>
        <dsp:cNvSpPr/>
      </dsp:nvSpPr>
      <dsp:spPr>
        <a:xfrm>
          <a:off x="7143318" y="762879"/>
          <a:ext cx="104676" cy="104676"/>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D4218F7-FE4C-45AC-B9A2-0C88912C0548}">
      <dsp:nvSpPr>
        <dsp:cNvPr id="0" name=""/>
        <dsp:cNvSpPr/>
      </dsp:nvSpPr>
      <dsp:spPr>
        <a:xfrm>
          <a:off x="3146693" y="6057370"/>
          <a:ext cx="2255311" cy="604818"/>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77374" tIns="60960" rIns="60960" bIns="60960" numCol="1" spcCol="1270" anchor="ctr" anchorCtr="0">
          <a:noAutofit/>
        </a:bodyPr>
        <a:lstStyle/>
        <a:p>
          <a:pPr lvl="0" algn="l" defTabSz="711200">
            <a:lnSpc>
              <a:spcPct val="90000"/>
            </a:lnSpc>
            <a:spcBef>
              <a:spcPct val="0"/>
            </a:spcBef>
            <a:spcAft>
              <a:spcPct val="35000"/>
            </a:spcAft>
          </a:pPr>
          <a:r>
            <a:rPr lang="en-US" sz="1600" b="1" kern="1200" dirty="0" smtClean="0">
              <a:solidFill>
                <a:schemeClr val="bg1">
                  <a:lumMod val="50000"/>
                </a:schemeClr>
              </a:solidFill>
              <a:latin typeface="Times New Roman" panose="02020603050405020304" pitchFamily="18" charset="0"/>
              <a:cs typeface="Times New Roman" panose="02020603050405020304" pitchFamily="18" charset="0"/>
            </a:rPr>
            <a:t>Setting up the work environment</a:t>
          </a:r>
          <a:endParaRPr lang="en-US" sz="16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3176218" y="6086895"/>
        <a:ext cx="2196261" cy="545768"/>
      </dsp:txXfrm>
    </dsp:sp>
    <dsp:sp modelId="{9E62B795-1F5C-4EE6-B1D7-FEA2CEC9DA15}">
      <dsp:nvSpPr>
        <dsp:cNvPr id="0" name=""/>
        <dsp:cNvSpPr/>
      </dsp:nvSpPr>
      <dsp:spPr>
        <a:xfrm>
          <a:off x="2436524" y="5338322"/>
          <a:ext cx="1046037" cy="1045543"/>
        </a:xfrm>
        <a:prstGeom prst="ellipse">
          <a:avLst/>
        </a:prstGeom>
        <a:blipFill rotWithShape="1">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30180973-35CB-4946-8387-269B1B438720}">
      <dsp:nvSpPr>
        <dsp:cNvPr id="0" name=""/>
        <dsp:cNvSpPr/>
      </dsp:nvSpPr>
      <dsp:spPr>
        <a:xfrm>
          <a:off x="5297564" y="5273396"/>
          <a:ext cx="2255311" cy="604818"/>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77374"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chemeClr val="bg1">
                  <a:lumMod val="50000"/>
                </a:schemeClr>
              </a:solidFill>
              <a:latin typeface="Times New Roman" panose="02020603050405020304" pitchFamily="18" charset="0"/>
              <a:cs typeface="Times New Roman" panose="02020603050405020304" pitchFamily="18" charset="0"/>
            </a:rPr>
            <a:t>Build Simulation</a:t>
          </a:r>
          <a:endParaRPr lang="en-US" sz="20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5327089" y="5302921"/>
        <a:ext cx="2196261" cy="545768"/>
      </dsp:txXfrm>
    </dsp:sp>
    <dsp:sp modelId="{17D6786F-AD0E-4F73-A88E-EBE9F07F43A2}">
      <dsp:nvSpPr>
        <dsp:cNvPr id="0" name=""/>
        <dsp:cNvSpPr/>
      </dsp:nvSpPr>
      <dsp:spPr>
        <a:xfrm>
          <a:off x="4350334" y="4596170"/>
          <a:ext cx="1046037" cy="1045543"/>
        </a:xfrm>
        <a:prstGeom prst="ellipse">
          <a:avLst/>
        </a:prstGeom>
        <a:blipFill rotWithShape="1">
          <a:blip xmlns:r="http://schemas.openxmlformats.org/officeDocument/2006/relationships" r:embed="rId2"/>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BC11817-6A13-431E-BA82-0D2057857AB2}">
      <dsp:nvSpPr>
        <dsp:cNvPr id="0" name=""/>
        <dsp:cNvSpPr/>
      </dsp:nvSpPr>
      <dsp:spPr>
        <a:xfrm>
          <a:off x="6941074" y="4104960"/>
          <a:ext cx="2255311" cy="604818"/>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77374"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bg1">
                  <a:lumMod val="50000"/>
                </a:schemeClr>
              </a:solidFill>
              <a:latin typeface="Times New Roman" panose="02020603050405020304" pitchFamily="18" charset="0"/>
              <a:cs typeface="Times New Roman" panose="02020603050405020304" pitchFamily="18" charset="0"/>
            </a:rPr>
            <a:t>Develop Vision System</a:t>
          </a:r>
          <a:endParaRPr lang="en-US" sz="20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6970599" y="4134485"/>
        <a:ext cx="2196261" cy="545768"/>
      </dsp:txXfrm>
    </dsp:sp>
    <dsp:sp modelId="{C78474EF-B527-4F25-BE6E-6FA902D5140B}">
      <dsp:nvSpPr>
        <dsp:cNvPr id="0" name=""/>
        <dsp:cNvSpPr/>
      </dsp:nvSpPr>
      <dsp:spPr>
        <a:xfrm>
          <a:off x="5746649" y="3647868"/>
          <a:ext cx="1046037" cy="1045543"/>
        </a:xfrm>
        <a:prstGeom prst="ellipse">
          <a:avLst/>
        </a:prstGeom>
        <a:blipFill rotWithShape="1">
          <a:blip xmlns:r="http://schemas.openxmlformats.org/officeDocument/2006/relationships" r:embed="rId3"/>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24DA5A22-B8E2-4392-B8AF-4457A2DA32AF}">
      <dsp:nvSpPr>
        <dsp:cNvPr id="0" name=""/>
        <dsp:cNvSpPr/>
      </dsp:nvSpPr>
      <dsp:spPr>
        <a:xfrm>
          <a:off x="7272255" y="2861794"/>
          <a:ext cx="2255311" cy="604818"/>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77374"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bg1">
                  <a:lumMod val="50000"/>
                </a:schemeClr>
              </a:solidFill>
              <a:latin typeface="Times New Roman" panose="02020603050405020304" pitchFamily="18" charset="0"/>
              <a:cs typeface="Times New Roman" panose="02020603050405020304" pitchFamily="18" charset="0"/>
            </a:rPr>
            <a:t>3D Localization</a:t>
          </a:r>
          <a:endParaRPr lang="en-US" sz="20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7301780" y="2891319"/>
        <a:ext cx="2196261" cy="545768"/>
      </dsp:txXfrm>
    </dsp:sp>
    <dsp:sp modelId="{DF13E5F2-2FF7-4853-BD53-E11E8D7FCFB3}">
      <dsp:nvSpPr>
        <dsp:cNvPr id="0" name=""/>
        <dsp:cNvSpPr/>
      </dsp:nvSpPr>
      <dsp:spPr>
        <a:xfrm>
          <a:off x="6308098" y="2320034"/>
          <a:ext cx="1046037" cy="1045543"/>
        </a:xfrm>
        <a:prstGeom prst="ellipse">
          <a:avLst/>
        </a:prstGeom>
        <a:blipFill rotWithShape="1">
          <a:blip xmlns:r="http://schemas.openxmlformats.org/officeDocument/2006/relationships" r:embed="rId4"/>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4FB50CAE-3E5E-452F-9B20-E76B7FA1AE60}">
      <dsp:nvSpPr>
        <dsp:cNvPr id="0" name=""/>
        <dsp:cNvSpPr/>
      </dsp:nvSpPr>
      <dsp:spPr>
        <a:xfrm>
          <a:off x="7686424" y="1391536"/>
          <a:ext cx="2255311" cy="604818"/>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77374"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chemeClr val="bg1">
                  <a:lumMod val="50000"/>
                </a:schemeClr>
              </a:solidFill>
              <a:latin typeface="Times New Roman" panose="02020603050405020304" pitchFamily="18" charset="0"/>
              <a:cs typeface="Times New Roman" panose="02020603050405020304" pitchFamily="18" charset="0"/>
            </a:rPr>
            <a:t>Tests and Assessment</a:t>
          </a:r>
          <a:endParaRPr lang="en-US" sz="2000" b="1" kern="1200" dirty="0">
            <a:solidFill>
              <a:schemeClr val="bg1">
                <a:lumMod val="50000"/>
              </a:schemeClr>
            </a:solidFill>
            <a:latin typeface="Times New Roman" panose="02020603050405020304" pitchFamily="18" charset="0"/>
            <a:cs typeface="Times New Roman" panose="02020603050405020304" pitchFamily="18" charset="0"/>
          </a:endParaRPr>
        </a:p>
      </dsp:txBody>
      <dsp:txXfrm>
        <a:off x="7715949" y="1421061"/>
        <a:ext cx="2196261" cy="545768"/>
      </dsp:txXfrm>
    </dsp:sp>
    <dsp:sp modelId="{F57D3156-6592-454E-81B0-F7188FE5A2DC}">
      <dsp:nvSpPr>
        <dsp:cNvPr id="0" name=""/>
        <dsp:cNvSpPr/>
      </dsp:nvSpPr>
      <dsp:spPr>
        <a:xfrm>
          <a:off x="6620665" y="968309"/>
          <a:ext cx="1046037" cy="1045543"/>
        </a:xfrm>
        <a:prstGeom prst="ellipse">
          <a:avLst/>
        </a:prstGeom>
        <a:blipFill rotWithShape="1">
          <a:blip xmlns:r="http://schemas.openxmlformats.org/officeDocument/2006/relationships" r:embed="rId5"/>
          <a:stretch>
            <a:fillRect/>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11.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140EBE-585B-4D71-830F-9475C6E1A41E}"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2420AB-8CC5-43F2-8501-9DDECDDAA2A7}" type="slidenum">
              <a:rPr lang="en-US" smtClean="0"/>
              <a:t>‹#›</a:t>
            </a:fld>
            <a:endParaRPr lang="en-US"/>
          </a:p>
        </p:txBody>
      </p:sp>
    </p:spTree>
    <p:extLst>
      <p:ext uri="{BB962C8B-B14F-4D97-AF65-F5344CB8AC3E}">
        <p14:creationId xmlns:p14="http://schemas.microsoft.com/office/powerpoint/2010/main" val="3466817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2420AB-8CC5-43F2-8501-9DDECDDAA2A7}" type="slidenum">
              <a:rPr lang="en-US" smtClean="0"/>
              <a:t>5</a:t>
            </a:fld>
            <a:endParaRPr lang="en-US"/>
          </a:p>
        </p:txBody>
      </p:sp>
    </p:spTree>
    <p:extLst>
      <p:ext uri="{BB962C8B-B14F-4D97-AF65-F5344CB8AC3E}">
        <p14:creationId xmlns:p14="http://schemas.microsoft.com/office/powerpoint/2010/main" val="573793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2420AB-8CC5-43F2-8501-9DDECDDAA2A7}" type="slidenum">
              <a:rPr lang="en-US" smtClean="0"/>
              <a:t>7</a:t>
            </a:fld>
            <a:endParaRPr lang="en-US"/>
          </a:p>
        </p:txBody>
      </p:sp>
    </p:spTree>
    <p:extLst>
      <p:ext uri="{BB962C8B-B14F-4D97-AF65-F5344CB8AC3E}">
        <p14:creationId xmlns:p14="http://schemas.microsoft.com/office/powerpoint/2010/main" val="1781341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2420AB-8CC5-43F2-8501-9DDECDDAA2A7}" type="slidenum">
              <a:rPr lang="en-US" smtClean="0"/>
              <a:t>10</a:t>
            </a:fld>
            <a:endParaRPr lang="en-US"/>
          </a:p>
        </p:txBody>
      </p:sp>
    </p:spTree>
    <p:extLst>
      <p:ext uri="{BB962C8B-B14F-4D97-AF65-F5344CB8AC3E}">
        <p14:creationId xmlns:p14="http://schemas.microsoft.com/office/powerpoint/2010/main" val="3530671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2420AB-8CC5-43F2-8501-9DDECDDAA2A7}" type="slidenum">
              <a:rPr lang="en-US" smtClean="0"/>
              <a:t>13</a:t>
            </a:fld>
            <a:endParaRPr lang="en-US"/>
          </a:p>
        </p:txBody>
      </p:sp>
    </p:spTree>
    <p:extLst>
      <p:ext uri="{BB962C8B-B14F-4D97-AF65-F5344CB8AC3E}">
        <p14:creationId xmlns:p14="http://schemas.microsoft.com/office/powerpoint/2010/main" val="776773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2420AB-8CC5-43F2-8501-9DDECDDAA2A7}" type="slidenum">
              <a:rPr lang="en-US" smtClean="0"/>
              <a:t>14</a:t>
            </a:fld>
            <a:endParaRPr lang="en-US"/>
          </a:p>
        </p:txBody>
      </p:sp>
    </p:spTree>
    <p:extLst>
      <p:ext uri="{BB962C8B-B14F-4D97-AF65-F5344CB8AC3E}">
        <p14:creationId xmlns:p14="http://schemas.microsoft.com/office/powerpoint/2010/main" val="13340536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8BC8900-0CF9-48E9-B6EB-BEDED0DA2E91}" type="datetime1">
              <a:rPr lang="en-US" smtClean="0"/>
              <a:t>10/28/2026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3659275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8999C9-C313-43B9-B6F7-59395321C495}"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1870339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86BDE0F-E11C-4A41-8611-6E98624D61AB}"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1785590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CF610AF-6864-4706-A550-FCDBC5C7D0A9}"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4287457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A72FDDA-8C6D-4576-B3FE-FEC902627ED5}" type="datetime1">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1237699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65DE1FF-699B-4404-A6CF-241896D04CD5}" type="datetime1">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701639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025C98-38A0-4C87-A094-0A5363172502}" type="datetime1">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1492438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1D0083-22D9-4B1D-A527-8DBB98EA2C44}"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4279933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DD00CB8-A2AB-4BA9-BE11-5A803A5EA0B7}"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904574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AC5E0A-D50F-487A-B2CB-E8723A97F402}"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4013317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BD8BF5-AC0A-4B43-8451-11491204C569}"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794666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6C65BFB-D8F6-4057-A39E-795041381C81}"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661D9-1C29-455F-ACE0-F5C4F13593FB}"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53344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D09C1B6-C02E-4915-AA22-B917DF0F004A}"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3873856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271DC47-466F-4A41-B63A-3EC8C990397C}" type="datetime1">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2610599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BC624E65-6453-4FE0-ADDA-D819619CD981}" type="datetime1">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21471441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1FC5603-335D-4C49-BDCF-36560006B811}"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1792868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268A75-4EBF-41F2-A53C-67AF6AD87FC7}"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A661D9-1C29-455F-ACE0-F5C4F13593FB}" type="slidenum">
              <a:rPr lang="en-US" smtClean="0"/>
              <a:t>‹#›</a:t>
            </a:fld>
            <a:endParaRPr lang="en-US"/>
          </a:p>
        </p:txBody>
      </p:sp>
    </p:spTree>
    <p:extLst>
      <p:ext uri="{BB962C8B-B14F-4D97-AF65-F5344CB8AC3E}">
        <p14:creationId xmlns:p14="http://schemas.microsoft.com/office/powerpoint/2010/main" val="3610887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6665EB9-35CC-4AF9-88D7-FAEDB511D698}" type="datetime1">
              <a:rPr lang="en-US" smtClean="0"/>
              <a:t>10/28/2026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2A661D9-1C29-455F-ACE0-F5C4F13593FB}" type="slidenum">
              <a:rPr lang="en-US" smtClean="0"/>
              <a:t>‹#›</a:t>
            </a:fld>
            <a:endParaRPr lang="en-US"/>
          </a:p>
        </p:txBody>
      </p:sp>
    </p:spTree>
    <p:extLst>
      <p:ext uri="{BB962C8B-B14F-4D97-AF65-F5344CB8AC3E}">
        <p14:creationId xmlns:p14="http://schemas.microsoft.com/office/powerpoint/2010/main" val="111134910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50331" y="2333625"/>
            <a:ext cx="11422591" cy="1580282"/>
          </a:xfrm>
        </p:spPr>
        <p:txBody>
          <a:bodyPr>
            <a:noAutofit/>
          </a:bodyPr>
          <a:lstStyle/>
          <a:p>
            <a:pPr algn="ctr" rtl="1"/>
            <a:endParaRPr lang="en-US" sz="24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rtl="1"/>
            <a:r>
              <a:rPr lang="en-US" sz="2400" b="1" dirty="0" smtClean="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Design and implementation of an </a:t>
            </a:r>
            <a:r>
              <a:rPr lang="en-US" sz="2400" b="1" dirty="0" err="1" smtClean="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a:t>
            </a:r>
            <a:r>
              <a:rPr lang="en-US" sz="2400" b="1" dirty="0" smtClean="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-based fruit-picking robotic system</a:t>
            </a:r>
            <a:endParaRPr lang="en-US" sz="2400"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1630025" y="6372225"/>
            <a:ext cx="419099" cy="374649"/>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a:t>
            </a:fld>
            <a:endParaRPr lang="en-US" sz="2800" b="1"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550331" y="109975"/>
            <a:ext cx="2724561" cy="18017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a:blip r:embed="rId3"/>
          <a:stretch>
            <a:fillRect/>
          </a:stretch>
        </p:blipFill>
        <p:spPr>
          <a:xfrm>
            <a:off x="9230103" y="186349"/>
            <a:ext cx="2742819" cy="16828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Box 9"/>
          <p:cNvSpPr txBox="1"/>
          <p:nvPr/>
        </p:nvSpPr>
        <p:spPr>
          <a:xfrm>
            <a:off x="4895851" y="0"/>
            <a:ext cx="1581150" cy="369332"/>
          </a:xfrm>
          <a:prstGeom prst="rect">
            <a:avLst/>
          </a:prstGeom>
          <a:noFill/>
        </p:spPr>
        <p:txBody>
          <a:bodyPr wrap="square" rtlCol="0">
            <a:spAutoFit/>
          </a:bodyPr>
          <a:lstStyle/>
          <a:p>
            <a:pPr algn="ctr" rtl="0"/>
            <a:r>
              <a:rPr lang="en-US" sz="2000" dirty="0" smtClean="0">
                <a:solidFill>
                  <a:srgbClr val="002060"/>
                </a:solidFill>
                <a:latin typeface="Times New Roman" panose="02020603050405020304" pitchFamily="18" charset="0"/>
                <a:cs typeface="Times New Roman" panose="02020603050405020304" pitchFamily="18" charset="0"/>
              </a:rPr>
              <a:t>First Seminar</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3533775" y="1090217"/>
            <a:ext cx="4476750" cy="76204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en-US" sz="1800" b="1" smtClean="0">
                <a:solidFill>
                  <a:srgbClr val="0F0F0F"/>
                </a:solidFill>
                <a:latin typeface="Times New Roman"/>
              </a:rPr>
              <a:t>Syrian Arab Republic</a:t>
            </a:r>
            <a:endParaRPr lang="en-US" sz="2400" smtClean="0"/>
          </a:p>
          <a:p>
            <a:pPr algn="ctr"/>
            <a:r>
              <a:rPr lang="en-US" sz="1800" b="1" smtClean="0">
                <a:solidFill>
                  <a:srgbClr val="0F0F0F"/>
                </a:solidFill>
                <a:latin typeface="Times New Roman"/>
              </a:rPr>
              <a:t>Syrian Private University</a:t>
            </a:r>
          </a:p>
          <a:p>
            <a:pPr algn="ctr"/>
            <a:r>
              <a:rPr lang="en-US" sz="1800" b="1" smtClean="0">
                <a:solidFill>
                  <a:srgbClr val="0F0F0F"/>
                </a:solidFill>
                <a:latin typeface="Times New Roman"/>
              </a:rPr>
              <a:t>Faculty of Artificial Intelligence Engineering</a:t>
            </a:r>
            <a:endParaRPr lang="en-US" sz="1800" b="1" dirty="0">
              <a:solidFill>
                <a:srgbClr val="0F0F0F"/>
              </a:solidFill>
              <a:latin typeface="Times New Roman"/>
            </a:endParaRPr>
          </a:p>
        </p:txBody>
      </p:sp>
      <p:sp>
        <p:nvSpPr>
          <p:cNvPr id="12" name="Rectangle 11"/>
          <p:cNvSpPr/>
          <p:nvPr/>
        </p:nvSpPr>
        <p:spPr>
          <a:xfrm>
            <a:off x="3016584" y="4343400"/>
            <a:ext cx="6490087" cy="2403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sz="2200" b="1" dirty="0" smtClean="0">
                <a:solidFill>
                  <a:schemeClr val="tx1">
                    <a:lumMod val="10000"/>
                  </a:schemeClr>
                </a:solidFill>
                <a:latin typeface="Times New Roman" panose="02020603050405020304" pitchFamily="18" charset="0"/>
                <a:cs typeface="Times New Roman" panose="02020603050405020304" pitchFamily="18" charset="0"/>
              </a:rPr>
              <a:t>Presented by:</a:t>
            </a:r>
          </a:p>
          <a:p>
            <a:pPr algn="ctr" rtl="0"/>
            <a:r>
              <a:rPr lang="en-US" sz="1900" dirty="0" smtClean="0">
                <a:solidFill>
                  <a:schemeClr val="tx1">
                    <a:lumMod val="10000"/>
                  </a:schemeClr>
                </a:solidFill>
                <a:latin typeface="Times New Roman" panose="02020603050405020304" pitchFamily="18" charset="0"/>
                <a:cs typeface="Times New Roman" panose="02020603050405020304" pitchFamily="18" charset="0"/>
              </a:rPr>
              <a:t>Dalal Mohammad </a:t>
            </a:r>
            <a:r>
              <a:rPr lang="en-US" sz="1900" dirty="0" err="1" smtClean="0">
                <a:solidFill>
                  <a:schemeClr val="tx1">
                    <a:lumMod val="10000"/>
                  </a:schemeClr>
                </a:solidFill>
                <a:latin typeface="Times New Roman" panose="02020603050405020304" pitchFamily="18" charset="0"/>
                <a:cs typeface="Times New Roman" panose="02020603050405020304" pitchFamily="18" charset="0"/>
              </a:rPr>
              <a:t>Samih</a:t>
            </a:r>
            <a:r>
              <a:rPr lang="en-US" sz="1900" dirty="0" smtClean="0">
                <a:solidFill>
                  <a:schemeClr val="tx1">
                    <a:lumMod val="10000"/>
                  </a:schemeClr>
                </a:solidFill>
                <a:latin typeface="Times New Roman" panose="02020603050405020304" pitchFamily="18" charset="0"/>
                <a:cs typeface="Times New Roman" panose="02020603050405020304" pitchFamily="18" charset="0"/>
              </a:rPr>
              <a:t> </a:t>
            </a:r>
            <a:r>
              <a:rPr lang="en-US" sz="1900" dirty="0" err="1" smtClean="0">
                <a:solidFill>
                  <a:schemeClr val="tx1">
                    <a:lumMod val="10000"/>
                  </a:schemeClr>
                </a:solidFill>
                <a:latin typeface="Times New Roman" panose="02020603050405020304" pitchFamily="18" charset="0"/>
                <a:cs typeface="Times New Roman" panose="02020603050405020304" pitchFamily="18" charset="0"/>
              </a:rPr>
              <a:t>AlKadi</a:t>
            </a:r>
            <a:endParaRPr lang="en-US" sz="1900" dirty="0" smtClean="0">
              <a:solidFill>
                <a:schemeClr val="tx1">
                  <a:lumMod val="10000"/>
                </a:schemeClr>
              </a:solidFill>
              <a:latin typeface="Times New Roman" panose="02020603050405020304" pitchFamily="18" charset="0"/>
              <a:cs typeface="Times New Roman" panose="02020603050405020304" pitchFamily="18" charset="0"/>
            </a:endParaRPr>
          </a:p>
          <a:p>
            <a:pPr algn="ctr" rtl="0"/>
            <a:r>
              <a:rPr lang="en-US" sz="1900" dirty="0">
                <a:solidFill>
                  <a:schemeClr val="tx1">
                    <a:lumMod val="10000"/>
                  </a:schemeClr>
                </a:solidFill>
                <a:latin typeface="Times New Roman" panose="02020603050405020304" pitchFamily="18" charset="0"/>
                <a:cs typeface="Times New Roman" panose="02020603050405020304" pitchFamily="18" charset="0"/>
              </a:rPr>
              <a:t>Riman </a:t>
            </a:r>
            <a:r>
              <a:rPr lang="en-US" sz="1900" dirty="0" err="1">
                <a:solidFill>
                  <a:schemeClr val="tx1">
                    <a:lumMod val="10000"/>
                  </a:schemeClr>
                </a:solidFill>
                <a:latin typeface="Times New Roman" panose="02020603050405020304" pitchFamily="18" charset="0"/>
                <a:cs typeface="Times New Roman" panose="02020603050405020304" pitchFamily="18" charset="0"/>
              </a:rPr>
              <a:t>Firas</a:t>
            </a:r>
            <a:r>
              <a:rPr lang="en-US" sz="1900" dirty="0">
                <a:solidFill>
                  <a:schemeClr val="tx1">
                    <a:lumMod val="10000"/>
                  </a:schemeClr>
                </a:solidFill>
                <a:latin typeface="Times New Roman" panose="02020603050405020304" pitchFamily="18" charset="0"/>
                <a:cs typeface="Times New Roman" panose="02020603050405020304" pitchFamily="18" charset="0"/>
              </a:rPr>
              <a:t> </a:t>
            </a:r>
            <a:r>
              <a:rPr lang="en-US" sz="1900" dirty="0" err="1" smtClean="0">
                <a:solidFill>
                  <a:schemeClr val="tx1">
                    <a:lumMod val="10000"/>
                  </a:schemeClr>
                </a:solidFill>
                <a:latin typeface="Times New Roman" panose="02020603050405020304" pitchFamily="18" charset="0"/>
                <a:cs typeface="Times New Roman" panose="02020603050405020304" pitchFamily="18" charset="0"/>
              </a:rPr>
              <a:t>AlZoubi</a:t>
            </a:r>
            <a:endParaRPr lang="en-US" sz="1900" dirty="0">
              <a:solidFill>
                <a:schemeClr val="tx1">
                  <a:lumMod val="10000"/>
                </a:schemeClr>
              </a:solidFill>
              <a:latin typeface="Times New Roman" panose="02020603050405020304" pitchFamily="18" charset="0"/>
              <a:cs typeface="Times New Roman" panose="02020603050405020304" pitchFamily="18" charset="0"/>
            </a:endParaRPr>
          </a:p>
          <a:p>
            <a:pPr algn="ctr" rtl="0"/>
            <a:endParaRPr lang="ar-EG" sz="1600" b="1" dirty="0" smtClean="0">
              <a:solidFill>
                <a:schemeClr val="tx1">
                  <a:lumMod val="10000"/>
                </a:schemeClr>
              </a:solidFill>
              <a:latin typeface="Times New Roman" panose="02020603050405020304" pitchFamily="18" charset="0"/>
              <a:cs typeface="Times New Roman" panose="02020603050405020304" pitchFamily="18" charset="0"/>
            </a:endParaRPr>
          </a:p>
          <a:p>
            <a:pPr algn="ctr" rtl="0"/>
            <a:r>
              <a:rPr lang="en-US" sz="2200" b="1" dirty="0" smtClean="0">
                <a:solidFill>
                  <a:schemeClr val="tx1">
                    <a:lumMod val="10000"/>
                  </a:schemeClr>
                </a:solidFill>
                <a:latin typeface="Times New Roman" panose="02020603050405020304" pitchFamily="18" charset="0"/>
                <a:cs typeface="Times New Roman" panose="02020603050405020304" pitchFamily="18" charset="0"/>
              </a:rPr>
              <a:t>Supervised by:</a:t>
            </a:r>
            <a:endParaRPr lang="ar-EG" dirty="0" smtClean="0">
              <a:solidFill>
                <a:schemeClr val="tx1">
                  <a:lumMod val="10000"/>
                </a:schemeClr>
              </a:solidFill>
              <a:latin typeface="Times New Roman" panose="02020603050405020304" pitchFamily="18" charset="0"/>
              <a:cs typeface="Times New Roman" panose="02020603050405020304" pitchFamily="18" charset="0"/>
            </a:endParaRPr>
          </a:p>
          <a:p>
            <a:pPr algn="ctr" rtl="0"/>
            <a:r>
              <a:rPr lang="en-US" sz="1900" dirty="0" smtClean="0">
                <a:solidFill>
                  <a:schemeClr val="tx1">
                    <a:lumMod val="10000"/>
                  </a:schemeClr>
                </a:solidFill>
                <a:latin typeface="Times New Roman" panose="02020603050405020304" pitchFamily="18" charset="0"/>
                <a:cs typeface="Times New Roman" panose="02020603050405020304" pitchFamily="18" charset="0"/>
              </a:rPr>
              <a:t>Dr. Bashar Mohammad</a:t>
            </a:r>
          </a:p>
          <a:p>
            <a:pPr algn="ctr" rtl="0"/>
            <a:r>
              <a:rPr lang="en-US" sz="1900" dirty="0" smtClean="0">
                <a:solidFill>
                  <a:schemeClr val="tx1">
                    <a:lumMod val="10000"/>
                  </a:schemeClr>
                </a:solidFill>
                <a:latin typeface="Times New Roman" panose="02020603050405020304" pitchFamily="18" charset="0"/>
                <a:cs typeface="Times New Roman" panose="02020603050405020304" pitchFamily="18" charset="0"/>
              </a:rPr>
              <a:t>Eng. </a:t>
            </a:r>
            <a:r>
              <a:rPr lang="en-US" sz="1900" dirty="0" err="1" smtClean="0">
                <a:solidFill>
                  <a:schemeClr val="tx1">
                    <a:lumMod val="10000"/>
                  </a:schemeClr>
                </a:solidFill>
                <a:latin typeface="Times New Roman" panose="02020603050405020304" pitchFamily="18" charset="0"/>
                <a:cs typeface="Times New Roman" panose="02020603050405020304" pitchFamily="18" charset="0"/>
              </a:rPr>
              <a:t>Marwa</a:t>
            </a:r>
            <a:r>
              <a:rPr lang="en-US" sz="1900" dirty="0" smtClean="0">
                <a:solidFill>
                  <a:schemeClr val="tx1">
                    <a:lumMod val="10000"/>
                  </a:schemeClr>
                </a:solidFill>
                <a:latin typeface="Times New Roman" panose="02020603050405020304" pitchFamily="18" charset="0"/>
                <a:cs typeface="Times New Roman" panose="02020603050405020304" pitchFamily="18" charset="0"/>
              </a:rPr>
              <a:t> </a:t>
            </a:r>
            <a:r>
              <a:rPr lang="en-US" sz="1900" dirty="0" err="1" smtClean="0">
                <a:solidFill>
                  <a:schemeClr val="tx1">
                    <a:lumMod val="10000"/>
                  </a:schemeClr>
                </a:solidFill>
                <a:latin typeface="Times New Roman" panose="02020603050405020304" pitchFamily="18" charset="0"/>
                <a:cs typeface="Times New Roman" panose="02020603050405020304" pitchFamily="18" charset="0"/>
              </a:rPr>
              <a:t>AlSafadi</a:t>
            </a:r>
            <a:endParaRPr lang="en-US" sz="2000" dirty="0">
              <a:solidFill>
                <a:schemeClr val="tx1">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8464872"/>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553825" y="6492875"/>
            <a:ext cx="369885"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2</a:t>
            </a:fld>
            <a:endParaRPr lang="en-US" sz="2800" b="1" dirty="0">
              <a:latin typeface="Times New Roman" panose="02020603050405020304" pitchFamily="18" charset="0"/>
              <a:cs typeface="Times New Roman" panose="02020603050405020304" pitchFamily="18" charset="0"/>
            </a:endParaRPr>
          </a:p>
        </p:txBody>
      </p:sp>
      <p:graphicFrame>
        <p:nvGraphicFramePr>
          <p:cNvPr id="5" name="Diagram 4"/>
          <p:cNvGraphicFramePr/>
          <p:nvPr>
            <p:extLst>
              <p:ext uri="{D42A27DB-BD31-4B8C-83A1-F6EECF244321}">
                <p14:modId xmlns:p14="http://schemas.microsoft.com/office/powerpoint/2010/main" val="2889589100"/>
              </p:ext>
            </p:extLst>
          </p:nvPr>
        </p:nvGraphicFramePr>
        <p:xfrm>
          <a:off x="136525" y="109008"/>
          <a:ext cx="11417300" cy="6715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5132110"/>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544299" y="6492875"/>
            <a:ext cx="312735"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3</a:t>
            </a:fld>
            <a:endParaRPr lang="en-US" sz="2800" b="1" dirty="0">
              <a:latin typeface="Times New Roman" panose="02020603050405020304" pitchFamily="18" charset="0"/>
              <a:cs typeface="Times New Roman" panose="02020603050405020304" pitchFamily="18" charset="0"/>
            </a:endParaRPr>
          </a:p>
        </p:txBody>
      </p:sp>
      <p:sp>
        <p:nvSpPr>
          <p:cNvPr id="3" name="Horizontal Scroll 2"/>
          <p:cNvSpPr/>
          <p:nvPr/>
        </p:nvSpPr>
        <p:spPr>
          <a:xfrm>
            <a:off x="5705475" y="85725"/>
            <a:ext cx="6248400" cy="6686549"/>
          </a:xfrm>
          <a:prstGeom prst="horizontalScroll">
            <a:avLst/>
          </a:prstGeom>
          <a:solidFill>
            <a:schemeClr val="bg2">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lnSpc>
                <a:spcPct val="150000"/>
              </a:lnSpc>
            </a:pPr>
            <a:r>
              <a:rPr lang="en-US" b="1" dirty="0">
                <a:solidFill>
                  <a:schemeClr val="bg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a:p>
            <a:pPr algn="just">
              <a:lnSpc>
                <a:spcPct val="150000"/>
              </a:lnSpc>
            </a:pPr>
            <a:r>
              <a:rPr lang="en-US" sz="1600" b="1" dirty="0">
                <a:solidFill>
                  <a:schemeClr val="bg1">
                    <a:lumMod val="50000"/>
                  </a:schemeClr>
                </a:solidFill>
                <a:latin typeface="Times New Roman" panose="02020603050405020304" pitchFamily="18" charset="0"/>
                <a:cs typeface="Times New Roman" panose="02020603050405020304" pitchFamily="18" charset="0"/>
              </a:rPr>
              <a:t>The agricultural sector is witnessing rapid development in the integration of artificial intelligence and robotics, aimed at automating farming operations and enhancing their efficiency. Harvesting—the process of picking fruit—requires particular precision and care to maintain the quality of the produce. In this context, there is a growing need for the development of intelligent robotic systems that utilize computer vision to detect and locate fruit. Such systems pave the way for automated harvesting, helping to reduce the need for manual labor and improve overall harvest efficiency.</a:t>
            </a:r>
            <a:endParaRPr lang="en-US" sz="1600" dirty="0" smtClean="0">
              <a:solidFill>
                <a:schemeClr val="bg1">
                  <a:lumMod val="50000"/>
                </a:schemeClr>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73593" y="1155172"/>
            <a:ext cx="5424941" cy="53377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3754621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553825" y="6299477"/>
            <a:ext cx="326493" cy="538553"/>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4</a:t>
            </a:fld>
            <a:endParaRPr lang="en-US" sz="28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772538" y="0"/>
            <a:ext cx="4944533" cy="584775"/>
          </a:xfrm>
          <a:prstGeom prst="rect">
            <a:avLst/>
          </a:prstGeom>
          <a:noFill/>
        </p:spPr>
        <p:txBody>
          <a:bodyPr wrap="square" rtlCol="0">
            <a:spAutoFit/>
          </a:bodyPr>
          <a:lstStyle/>
          <a:p>
            <a:pPr algn="ctr"/>
            <a:r>
              <a:rPr lang="en-US" sz="3200" b="1" dirty="0">
                <a:solidFill>
                  <a:schemeClr val="bg1">
                    <a:lumMod val="50000"/>
                  </a:schemeClr>
                </a:solidFill>
                <a:latin typeface="Times New Roman" panose="02020603050405020304" pitchFamily="18" charset="0"/>
                <a:cs typeface="Times New Roman" panose="02020603050405020304" pitchFamily="18" charset="0"/>
              </a:rPr>
              <a:t>Project Motivation:</a:t>
            </a:r>
            <a:endParaRPr lang="en-US" sz="3600" b="1" dirty="0">
              <a:solidFill>
                <a:schemeClr val="bg1">
                  <a:lumMod val="50000"/>
                </a:schemeClr>
              </a:solidFill>
              <a:latin typeface="Times New Roman" panose="02020603050405020304" pitchFamily="18" charset="0"/>
              <a:cs typeface="Times New Roman" panose="02020603050405020304" pitchFamily="18" charset="0"/>
            </a:endParaRPr>
          </a:p>
        </p:txBody>
      </p:sp>
      <p:graphicFrame>
        <p:nvGraphicFramePr>
          <p:cNvPr id="5" name="Diagram 4"/>
          <p:cNvGraphicFramePr/>
          <p:nvPr>
            <p:extLst>
              <p:ext uri="{D42A27DB-BD31-4B8C-83A1-F6EECF244321}">
                <p14:modId xmlns:p14="http://schemas.microsoft.com/office/powerpoint/2010/main" val="1106383531"/>
              </p:ext>
            </p:extLst>
          </p:nvPr>
        </p:nvGraphicFramePr>
        <p:xfrm>
          <a:off x="-1" y="841696"/>
          <a:ext cx="6519333" cy="5996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440267" y="133810"/>
            <a:ext cx="4978400" cy="584775"/>
          </a:xfrm>
          <a:prstGeom prst="rect">
            <a:avLst/>
          </a:prstGeom>
          <a:noFill/>
        </p:spPr>
        <p:txBody>
          <a:bodyPr wrap="square" rtlCol="0">
            <a:spAutoFit/>
          </a:bodyPr>
          <a:lstStyle/>
          <a:p>
            <a:pPr algn="ctr"/>
            <a:r>
              <a:rPr lang="en-US" sz="3200" b="1" dirty="0">
                <a:solidFill>
                  <a:schemeClr val="bg1">
                    <a:lumMod val="50000"/>
                  </a:schemeClr>
                </a:solidFill>
                <a:latin typeface="Times New Roman" panose="02020603050405020304" pitchFamily="18" charset="0"/>
                <a:cs typeface="Times New Roman" panose="02020603050405020304" pitchFamily="18" charset="0"/>
              </a:rPr>
              <a:t>Challenges and Problems:</a:t>
            </a:r>
            <a:endParaRPr lang="en-US" sz="3600" b="1" dirty="0">
              <a:solidFill>
                <a:schemeClr val="bg1">
                  <a:lumMod val="50000"/>
                </a:schemeClr>
              </a:solidFill>
              <a:latin typeface="Times New Roman" panose="02020603050405020304" pitchFamily="18" charset="0"/>
              <a:cs typeface="Times New Roman" panose="02020603050405020304" pitchFamily="18" charset="0"/>
            </a:endParaRPr>
          </a:p>
        </p:txBody>
      </p:sp>
      <p:graphicFrame>
        <p:nvGraphicFramePr>
          <p:cNvPr id="8" name="Diagram 7"/>
          <p:cNvGraphicFramePr/>
          <p:nvPr>
            <p:extLst>
              <p:ext uri="{D42A27DB-BD31-4B8C-83A1-F6EECF244321}">
                <p14:modId xmlns:p14="http://schemas.microsoft.com/office/powerpoint/2010/main" val="1870246573"/>
              </p:ext>
            </p:extLst>
          </p:nvPr>
        </p:nvGraphicFramePr>
        <p:xfrm>
          <a:off x="5776912" y="841695"/>
          <a:ext cx="6519333" cy="59963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710440970"/>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420911" y="6018740"/>
            <a:ext cx="771089"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5</a:t>
            </a:fld>
            <a:endParaRPr lang="en-US" sz="2800" b="1" dirty="0">
              <a:latin typeface="Times New Roman" panose="02020603050405020304" pitchFamily="18" charset="0"/>
              <a:cs typeface="Times New Roman" panose="02020603050405020304" pitchFamily="18" charset="0"/>
            </a:endParaRPr>
          </a:p>
        </p:txBody>
      </p:sp>
      <p:sp>
        <p:nvSpPr>
          <p:cNvPr id="5" name="Title 1"/>
          <p:cNvSpPr>
            <a:spLocks noGrp="1"/>
          </p:cNvSpPr>
          <p:nvPr/>
        </p:nvSpPr>
        <p:spPr>
          <a:xfrm>
            <a:off x="64352" y="10056"/>
            <a:ext cx="5997781" cy="9947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Studying research papers</a:t>
            </a:r>
            <a:r>
              <a:rPr lang="en-US" b="1" dirty="0">
                <a:solidFill>
                  <a:schemeClr val="tx1">
                    <a:lumMod val="10000"/>
                  </a:schemeClr>
                </a:solidFill>
                <a:effectLst>
                  <a:outerShdw blurRad="38100" dist="38100" dir="2700000" algn="tl">
                    <a:srgbClr val="000000">
                      <a:alpha val="43137"/>
                    </a:srgbClr>
                  </a:outerShdw>
                </a:effectLst>
              </a:rPr>
              <a:t> </a:t>
            </a:r>
            <a:r>
              <a:rPr lang="ar-SA" b="1" dirty="0" smtClean="0">
                <a:solidFill>
                  <a:schemeClr val="tx1">
                    <a:lumMod val="10000"/>
                  </a:schemeClr>
                </a:solidFill>
                <a:effectLst>
                  <a:outerShdw blurRad="38100" dist="38100" dir="2700000" algn="tl">
                    <a:srgbClr val="000000">
                      <a:alpha val="43137"/>
                    </a:srgbClr>
                  </a:outerShdw>
                </a:effectLst>
              </a:rPr>
              <a:t>:</a:t>
            </a:r>
            <a:r>
              <a:rPr lang="en-US" sz="3200" b="1" dirty="0"/>
              <a:t/>
            </a:r>
            <a:br>
              <a:rPr lang="en-US" sz="3200" b="1" dirty="0"/>
            </a:br>
            <a:endParaRPr lang="en-US" sz="3200" dirty="0"/>
          </a:p>
        </p:txBody>
      </p:sp>
      <p:sp>
        <p:nvSpPr>
          <p:cNvPr id="6" name="Rounded Rectangle 5"/>
          <p:cNvSpPr/>
          <p:nvPr/>
        </p:nvSpPr>
        <p:spPr>
          <a:xfrm>
            <a:off x="1793349" y="643467"/>
            <a:ext cx="4268784" cy="2975503"/>
          </a:xfrm>
          <a:prstGeom prst="roundRect">
            <a:avLst/>
          </a:prstGeom>
          <a:solidFill>
            <a:schemeClr val="bg2">
              <a:lumMod val="20000"/>
              <a:lumOff val="80000"/>
            </a:schemeClr>
          </a:solidFill>
          <a:ln w="7620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lumMod val="50000"/>
                  </a:schemeClr>
                </a:solidFill>
                <a:latin typeface="Times New Roman" panose="02020603050405020304" pitchFamily="18" charset="0"/>
                <a:cs typeface="Times New Roman" panose="02020603050405020304" pitchFamily="18" charset="0"/>
              </a:rPr>
              <a:t>Automatic Fruit Picking Technology</a:t>
            </a:r>
            <a:endParaRPr lang="ar-EG" b="1" dirty="0" smtClean="0">
              <a:solidFill>
                <a:schemeClr val="bg1">
                  <a:lumMod val="50000"/>
                </a:schemeClr>
              </a:solidFill>
              <a:latin typeface="Times New Roman" panose="02020603050405020304" pitchFamily="18" charset="0"/>
              <a:cs typeface="Times New Roman" panose="02020603050405020304" pitchFamily="18" charset="0"/>
            </a:endParaRPr>
          </a:p>
          <a:p>
            <a:pPr algn="ctr"/>
            <a:endParaRPr lang="en-US" sz="600" b="1" dirty="0" smtClean="0">
              <a:solidFill>
                <a:schemeClr val="bg1">
                  <a:lumMod val="50000"/>
                </a:schemeClr>
              </a:solidFill>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ar-EG" b="1" dirty="0" smtClean="0">
                <a:solidFill>
                  <a:schemeClr val="bg1">
                    <a:lumMod val="50000"/>
                  </a:schemeClr>
                </a:solidFill>
                <a:latin typeface="Times New Roman" panose="02020603050405020304" pitchFamily="18" charset="0"/>
                <a:cs typeface="Times New Roman" panose="02020603050405020304" pitchFamily="18" charset="0"/>
              </a:rPr>
              <a:t>.</a:t>
            </a:r>
            <a:r>
              <a:rPr lang="en-US" b="1" dirty="0">
                <a:solidFill>
                  <a:schemeClr val="bg1">
                    <a:lumMod val="50000"/>
                  </a:schemeClr>
                </a:solidFill>
                <a:latin typeface="Times New Roman" panose="02020603050405020304" pitchFamily="18" charset="0"/>
                <a:cs typeface="Times New Roman" panose="02020603050405020304" pitchFamily="18" charset="0"/>
              </a:rPr>
              <a:t> </a:t>
            </a:r>
            <a:r>
              <a:rPr lang="en-US" sz="1600" dirty="0">
                <a:solidFill>
                  <a:schemeClr val="bg1">
                    <a:lumMod val="50000"/>
                  </a:schemeClr>
                </a:solidFill>
                <a:latin typeface="Times New Roman" panose="02020603050405020304" pitchFamily="18" charset="0"/>
                <a:cs typeface="Times New Roman" panose="02020603050405020304" pitchFamily="18" charset="0"/>
              </a:rPr>
              <a:t>A comprehensive review of robotic fruit-harvesting technologies.</a:t>
            </a:r>
          </a:p>
          <a:p>
            <a:pPr marL="285750" indent="-285750" algn="l">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Focus on detection, localization, and safe harvesting.</a:t>
            </a:r>
          </a:p>
          <a:p>
            <a:pPr marL="285750" indent="-285750" algn="l">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A comparison of various types of robotic grippers and arms</a:t>
            </a:r>
            <a:r>
              <a:rPr lang="en-US" b="1" dirty="0">
                <a:solidFill>
                  <a:schemeClr val="bg1">
                    <a:lumMod val="50000"/>
                  </a:schemeClr>
                </a:solidFill>
                <a:latin typeface="Times New Roman" panose="02020603050405020304" pitchFamily="18" charset="0"/>
                <a:cs typeface="Times New Roman" panose="02020603050405020304" pitchFamily="18" charset="0"/>
              </a:rPr>
              <a:t>.</a:t>
            </a:r>
          </a:p>
        </p:txBody>
      </p:sp>
      <p:sp>
        <p:nvSpPr>
          <p:cNvPr id="7" name="Rounded Rectangle 6"/>
          <p:cNvSpPr/>
          <p:nvPr/>
        </p:nvSpPr>
        <p:spPr>
          <a:xfrm>
            <a:off x="1793349" y="3895195"/>
            <a:ext cx="4158339" cy="2950107"/>
          </a:xfrm>
          <a:prstGeom prst="roundRect">
            <a:avLst/>
          </a:prstGeom>
          <a:solidFill>
            <a:schemeClr val="bg2">
              <a:lumMod val="20000"/>
              <a:lumOff val="80000"/>
            </a:schemeClr>
          </a:solidFill>
          <a:ln w="7620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lumMod val="50000"/>
                  </a:schemeClr>
                </a:solidFill>
                <a:latin typeface="Times New Roman" panose="02020603050405020304" pitchFamily="18" charset="0"/>
                <a:cs typeface="Times New Roman" panose="02020603050405020304" pitchFamily="18" charset="0"/>
              </a:rPr>
              <a:t>Dual-Detector Vision and </a:t>
            </a:r>
            <a:r>
              <a:rPr lang="en-US" b="1" dirty="0" err="1" smtClean="0">
                <a:solidFill>
                  <a:schemeClr val="bg1">
                    <a:lumMod val="50000"/>
                  </a:schemeClr>
                </a:solidFill>
                <a:latin typeface="Times New Roman" panose="02020603050405020304" pitchFamily="18" charset="0"/>
                <a:cs typeface="Times New Roman" panose="02020603050405020304" pitchFamily="18" charset="0"/>
              </a:rPr>
              <a:t>Depth_Aware</a:t>
            </a:r>
            <a:r>
              <a:rPr lang="en-US" b="1" dirty="0" smtClean="0">
                <a:solidFill>
                  <a:schemeClr val="bg1">
                    <a:lumMod val="50000"/>
                  </a:schemeClr>
                </a:solidFill>
                <a:latin typeface="Times New Roman" panose="02020603050405020304" pitchFamily="18" charset="0"/>
                <a:cs typeface="Times New Roman" panose="02020603050405020304" pitchFamily="18" charset="0"/>
              </a:rPr>
              <a:t> Back-</a:t>
            </a:r>
            <a:r>
              <a:rPr lang="en-US" b="1" dirty="0" err="1" smtClean="0">
                <a:solidFill>
                  <a:schemeClr val="bg1">
                    <a:lumMod val="50000"/>
                  </a:schemeClr>
                </a:solidFill>
                <a:latin typeface="Times New Roman" panose="02020603050405020304" pitchFamily="18" charset="0"/>
                <a:cs typeface="Times New Roman" panose="02020603050405020304" pitchFamily="18" charset="0"/>
              </a:rPr>
              <a:t>Prejection</a:t>
            </a:r>
            <a:endParaRPr lang="ar-EG" b="1" dirty="0">
              <a:solidFill>
                <a:schemeClr val="bg1">
                  <a:lumMod val="50000"/>
                </a:schemeClr>
              </a:solidFill>
              <a:latin typeface="Times New Roman" panose="02020603050405020304" pitchFamily="18" charset="0"/>
              <a:cs typeface="Times New Roman" panose="02020603050405020304" pitchFamily="18" charset="0"/>
            </a:endParaRPr>
          </a:p>
          <a:p>
            <a:pPr algn="ctr"/>
            <a:endParaRPr lang="en-US" b="1" dirty="0">
              <a:solidFill>
                <a:schemeClr val="bg1">
                  <a:lumMod val="50000"/>
                </a:schemeClr>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Detecting apples using deep learning models.</a:t>
            </a:r>
          </a:p>
          <a:p>
            <a:pPr marL="285750" indent="-285750">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Integrating visual detection with depth data.</a:t>
            </a:r>
          </a:p>
          <a:p>
            <a:pPr marL="285750" indent="-285750">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Estimating 3D location.</a:t>
            </a:r>
            <a:endParaRPr lang="en-US" sz="1600" dirty="0">
              <a:solidFill>
                <a:schemeClr val="bg1">
                  <a:lumMod val="50000"/>
                </a:schemeClr>
              </a:solidFill>
            </a:endParaRPr>
          </a:p>
        </p:txBody>
      </p:sp>
      <p:sp>
        <p:nvSpPr>
          <p:cNvPr id="8" name="Rounded Rectangle 7"/>
          <p:cNvSpPr/>
          <p:nvPr/>
        </p:nvSpPr>
        <p:spPr>
          <a:xfrm>
            <a:off x="7966511" y="3618970"/>
            <a:ext cx="3785222" cy="3239030"/>
          </a:xfrm>
          <a:prstGeom prst="roundRect">
            <a:avLst/>
          </a:prstGeom>
          <a:solidFill>
            <a:schemeClr val="bg2">
              <a:lumMod val="20000"/>
              <a:lumOff val="80000"/>
            </a:schemeClr>
          </a:solidFill>
          <a:ln w="7620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lumMod val="50000"/>
                  </a:schemeClr>
                </a:solidFill>
                <a:latin typeface="Times New Roman" panose="02020603050405020304" pitchFamily="18" charset="0"/>
                <a:cs typeface="Times New Roman" panose="02020603050405020304" pitchFamily="18" charset="0"/>
              </a:rPr>
              <a:t>Robotic Harvesting of Apples Using ROS2</a:t>
            </a:r>
            <a:endParaRPr lang="ar-EG" b="1" dirty="0">
              <a:solidFill>
                <a:schemeClr val="bg1">
                  <a:lumMod val="50000"/>
                </a:schemeClr>
              </a:solidFill>
              <a:latin typeface="Times New Roman" panose="02020603050405020304" pitchFamily="18" charset="0"/>
              <a:cs typeface="Times New Roman" panose="02020603050405020304" pitchFamily="18" charset="0"/>
            </a:endParaRPr>
          </a:p>
          <a:p>
            <a:pPr algn="ctr"/>
            <a:endParaRPr lang="en-US" b="1" dirty="0">
              <a:solidFill>
                <a:schemeClr val="bg1">
                  <a:lumMod val="50000"/>
                </a:schemeClr>
              </a:solidFill>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Integrating vision and control units.</a:t>
            </a:r>
          </a:p>
          <a:p>
            <a:pPr marL="285750" indent="-285750" algn="l">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Implementing and testing an actual harvesting robot.</a:t>
            </a:r>
          </a:p>
          <a:p>
            <a:pPr marL="285750" indent="-285750" algn="l">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Exchanging data between the camera, the robotic arm, and the mobile platform</a:t>
            </a:r>
            <a:r>
              <a:rPr lang="en-US" b="1" dirty="0">
                <a:solidFill>
                  <a:schemeClr val="bg1">
                    <a:lumMod val="50000"/>
                  </a:schemeClr>
                </a:solidFill>
                <a:latin typeface="Times New Roman" panose="02020603050405020304" pitchFamily="18" charset="0"/>
                <a:cs typeface="Times New Roman" panose="02020603050405020304" pitchFamily="18" charset="0"/>
              </a:rPr>
              <a:t>.</a:t>
            </a:r>
            <a:endParaRPr lang="en-US" dirty="0"/>
          </a:p>
        </p:txBody>
      </p:sp>
      <p:sp>
        <p:nvSpPr>
          <p:cNvPr id="9" name="Rounded Rectangle 8"/>
          <p:cNvSpPr/>
          <p:nvPr/>
        </p:nvSpPr>
        <p:spPr>
          <a:xfrm>
            <a:off x="7966510" y="10056"/>
            <a:ext cx="3971489" cy="3258077"/>
          </a:xfrm>
          <a:prstGeom prst="roundRect">
            <a:avLst/>
          </a:prstGeom>
          <a:solidFill>
            <a:schemeClr val="bg2">
              <a:lumMod val="20000"/>
              <a:lumOff val="80000"/>
            </a:schemeClr>
          </a:solidFill>
          <a:ln w="7620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lumMod val="50000"/>
                  </a:schemeClr>
                </a:solidFill>
                <a:latin typeface="Times New Roman" panose="02020603050405020304" pitchFamily="18" charset="0"/>
                <a:cs typeface="Times New Roman" panose="02020603050405020304" pitchFamily="18" charset="0"/>
              </a:rPr>
              <a:t>An Automated Apple Harvesting Robot</a:t>
            </a:r>
            <a:endParaRPr lang="ar-EG" b="1" dirty="0">
              <a:solidFill>
                <a:schemeClr val="bg1">
                  <a:lumMod val="50000"/>
                </a:schemeClr>
              </a:solidFill>
              <a:latin typeface="Times New Roman" panose="02020603050405020304" pitchFamily="18" charset="0"/>
              <a:cs typeface="Times New Roman" panose="02020603050405020304" pitchFamily="18" charset="0"/>
            </a:endParaRPr>
          </a:p>
          <a:p>
            <a:pPr algn="ctr"/>
            <a:endParaRPr lang="en-US" b="1" dirty="0">
              <a:solidFill>
                <a:schemeClr val="bg1">
                  <a:lumMod val="50000"/>
                </a:schemeClr>
              </a:solidFill>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Designing an integrated robot for apple picking.</a:t>
            </a:r>
          </a:p>
          <a:p>
            <a:pPr marL="285750" indent="-285750" algn="l">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Integrating a camera, a robotic arm, and a gripper.</a:t>
            </a:r>
          </a:p>
          <a:p>
            <a:pPr marL="285750" indent="-285750" algn="l">
              <a:lnSpc>
                <a:spcPct val="150000"/>
              </a:lnSpc>
              <a:buFont typeface="Arial" panose="020B0604020202020204" pitchFamily="34" charset="0"/>
              <a:buChar char="•"/>
            </a:pPr>
            <a:r>
              <a:rPr lang="en-US" sz="1600" dirty="0">
                <a:solidFill>
                  <a:schemeClr val="bg1">
                    <a:lumMod val="50000"/>
                  </a:schemeClr>
                </a:solidFill>
                <a:latin typeface="Times New Roman" panose="02020603050405020304" pitchFamily="18" charset="0"/>
                <a:cs typeface="Times New Roman" panose="02020603050405020304" pitchFamily="18" charset="0"/>
              </a:rPr>
              <a:t>Testing the system in a real-world orchard environment</a:t>
            </a:r>
            <a:r>
              <a:rPr lang="en-US" b="1" dirty="0">
                <a:solidFill>
                  <a:schemeClr val="bg1">
                    <a:lumMod val="50000"/>
                  </a:schemeClr>
                </a:solidFill>
                <a:latin typeface="Times New Roman" panose="02020603050405020304" pitchFamily="18" charset="0"/>
                <a:cs typeface="Times New Roman" panose="02020603050405020304" pitchFamily="18" charset="0"/>
              </a:rPr>
              <a:t>.</a:t>
            </a:r>
          </a:p>
        </p:txBody>
      </p:sp>
      <p:pic>
        <p:nvPicPr>
          <p:cNvPr id="10" name="Picture 9"/>
          <p:cNvPicPr>
            <a:picLocks noChangeAspect="1"/>
          </p:cNvPicPr>
          <p:nvPr/>
        </p:nvPicPr>
        <p:blipFill>
          <a:blip r:embed="rId3"/>
          <a:stretch>
            <a:fillRect/>
          </a:stretch>
        </p:blipFill>
        <p:spPr>
          <a:xfrm>
            <a:off x="40502" y="1217454"/>
            <a:ext cx="1693546" cy="187977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1" name="Picture 10"/>
          <p:cNvPicPr>
            <a:picLocks noChangeAspect="1"/>
          </p:cNvPicPr>
          <p:nvPr/>
        </p:nvPicPr>
        <p:blipFill>
          <a:blip r:embed="rId4"/>
          <a:stretch>
            <a:fillRect/>
          </a:stretch>
        </p:blipFill>
        <p:spPr>
          <a:xfrm>
            <a:off x="99803" y="4771490"/>
            <a:ext cx="1693546" cy="194041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2" name="Picture 11"/>
          <p:cNvPicPr>
            <a:picLocks noChangeAspect="1"/>
          </p:cNvPicPr>
          <p:nvPr/>
        </p:nvPicPr>
        <p:blipFill>
          <a:blip r:embed="rId5"/>
          <a:stretch>
            <a:fillRect/>
          </a:stretch>
        </p:blipFill>
        <p:spPr>
          <a:xfrm>
            <a:off x="6350069" y="98209"/>
            <a:ext cx="1785776" cy="18132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3" name="Picture 12"/>
          <p:cNvPicPr>
            <a:picLocks noChangeAspect="1"/>
          </p:cNvPicPr>
          <p:nvPr/>
        </p:nvPicPr>
        <p:blipFill>
          <a:blip r:embed="rId6"/>
          <a:stretch>
            <a:fillRect/>
          </a:stretch>
        </p:blipFill>
        <p:spPr>
          <a:xfrm>
            <a:off x="6128038" y="4588360"/>
            <a:ext cx="1730837" cy="212354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Oval 2"/>
          <p:cNvSpPr/>
          <p:nvPr/>
        </p:nvSpPr>
        <p:spPr>
          <a:xfrm>
            <a:off x="5467350" y="3097231"/>
            <a:ext cx="285750" cy="33176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lumMod val="50000"/>
                  </a:schemeClr>
                </a:solidFill>
              </a:rPr>
              <a:t>1</a:t>
            </a:r>
            <a:endParaRPr lang="en-US" b="1" dirty="0">
              <a:solidFill>
                <a:schemeClr val="bg1">
                  <a:lumMod val="50000"/>
                </a:schemeClr>
              </a:solidFill>
            </a:endParaRPr>
          </a:p>
        </p:txBody>
      </p:sp>
      <p:sp>
        <p:nvSpPr>
          <p:cNvPr id="14" name="Oval 13"/>
          <p:cNvSpPr/>
          <p:nvPr/>
        </p:nvSpPr>
        <p:spPr>
          <a:xfrm>
            <a:off x="11170400" y="6307156"/>
            <a:ext cx="285750" cy="33176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lumMod val="50000"/>
                  </a:schemeClr>
                </a:solidFill>
              </a:rPr>
              <a:t>4</a:t>
            </a:r>
            <a:endParaRPr lang="en-US" b="1" dirty="0">
              <a:solidFill>
                <a:schemeClr val="bg1">
                  <a:lumMod val="50000"/>
                </a:schemeClr>
              </a:solidFill>
            </a:endParaRPr>
          </a:p>
        </p:txBody>
      </p:sp>
      <p:sp>
        <p:nvSpPr>
          <p:cNvPr id="15" name="Oval 14"/>
          <p:cNvSpPr/>
          <p:nvPr/>
        </p:nvSpPr>
        <p:spPr>
          <a:xfrm>
            <a:off x="11278036" y="2774987"/>
            <a:ext cx="285750" cy="33176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lumMod val="50000"/>
                  </a:schemeClr>
                </a:solidFill>
              </a:rPr>
              <a:t>2</a:t>
            </a:r>
            <a:endParaRPr lang="en-US" b="1" dirty="0">
              <a:solidFill>
                <a:schemeClr val="bg1">
                  <a:lumMod val="50000"/>
                </a:schemeClr>
              </a:solidFill>
            </a:endParaRPr>
          </a:p>
        </p:txBody>
      </p:sp>
      <p:sp>
        <p:nvSpPr>
          <p:cNvPr id="16" name="Oval 15"/>
          <p:cNvSpPr/>
          <p:nvPr/>
        </p:nvSpPr>
        <p:spPr>
          <a:xfrm>
            <a:off x="5402021" y="6307156"/>
            <a:ext cx="285750" cy="331769"/>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lumMod val="50000"/>
                  </a:schemeClr>
                </a:solidFill>
              </a:rPr>
              <a:t>3</a:t>
            </a:r>
            <a:endParaRPr lang="en-US" b="1" dirty="0">
              <a:solidFill>
                <a:schemeClr val="bg1">
                  <a:lumMod val="50000"/>
                </a:schemeClr>
              </a:solidFill>
            </a:endParaRPr>
          </a:p>
        </p:txBody>
      </p:sp>
    </p:spTree>
    <p:extLst>
      <p:ext uri="{BB962C8B-B14F-4D97-AF65-F5344CB8AC3E}">
        <p14:creationId xmlns:p14="http://schemas.microsoft.com/office/powerpoint/2010/main" val="4130712491"/>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534775" y="6492875"/>
            <a:ext cx="293685"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6</a:t>
            </a:fld>
            <a:endParaRPr lang="en-US" sz="2800" b="1" dirty="0">
              <a:latin typeface="Times New Roman" panose="02020603050405020304" pitchFamily="18" charset="0"/>
              <a:cs typeface="Times New Roman" panose="02020603050405020304" pitchFamily="18" charset="0"/>
            </a:endParaRPr>
          </a:p>
        </p:txBody>
      </p:sp>
      <p:sp>
        <p:nvSpPr>
          <p:cNvPr id="3" name="Title 1"/>
          <p:cNvSpPr>
            <a:spLocks noGrp="1"/>
          </p:cNvSpPr>
          <p:nvPr/>
        </p:nvSpPr>
        <p:spPr>
          <a:xfrm>
            <a:off x="64352" y="10056"/>
            <a:ext cx="8605515" cy="81967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400" b="1" dirty="0">
                <a:solidFill>
                  <a:schemeClr val="tx1">
                    <a:lumMod val="10000"/>
                  </a:schemeClr>
                </a:solidFill>
                <a:latin typeface="Times New Roman" panose="02020603050405020304" pitchFamily="18" charset="0"/>
                <a:cs typeface="Times New Roman" panose="02020603050405020304" pitchFamily="18" charset="0"/>
              </a:rPr>
              <a:t>COMPARISON OF PREVIOUS RESEARCH PAPERS</a:t>
            </a:r>
            <a:endParaRPr lang="en-US" sz="2800" b="1" dirty="0">
              <a:solidFill>
                <a:schemeClr val="tx1">
                  <a:lumMod val="10000"/>
                </a:schemeClr>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700074239"/>
              </p:ext>
            </p:extLst>
          </p:nvPr>
        </p:nvGraphicFramePr>
        <p:xfrm>
          <a:off x="237066" y="1180572"/>
          <a:ext cx="11168060" cy="5584612"/>
        </p:xfrm>
        <a:graphic>
          <a:graphicData uri="http://schemas.openxmlformats.org/drawingml/2006/table">
            <a:tbl>
              <a:tblPr firstRow="1" bandRow="1">
                <a:tableStyleId>{FABFCF23-3B69-468F-B69F-88F6DE6A72F2}</a:tableStyleId>
              </a:tblPr>
              <a:tblGrid>
                <a:gridCol w="2792015">
                  <a:extLst>
                    <a:ext uri="{9D8B030D-6E8A-4147-A177-3AD203B41FA5}">
                      <a16:colId xmlns:a16="http://schemas.microsoft.com/office/drawing/2014/main" val="3889740659"/>
                    </a:ext>
                  </a:extLst>
                </a:gridCol>
                <a:gridCol w="2792015">
                  <a:extLst>
                    <a:ext uri="{9D8B030D-6E8A-4147-A177-3AD203B41FA5}">
                      <a16:colId xmlns:a16="http://schemas.microsoft.com/office/drawing/2014/main" val="2498884713"/>
                    </a:ext>
                  </a:extLst>
                </a:gridCol>
                <a:gridCol w="2792015">
                  <a:extLst>
                    <a:ext uri="{9D8B030D-6E8A-4147-A177-3AD203B41FA5}">
                      <a16:colId xmlns:a16="http://schemas.microsoft.com/office/drawing/2014/main" val="3301056264"/>
                    </a:ext>
                  </a:extLst>
                </a:gridCol>
                <a:gridCol w="2792015">
                  <a:extLst>
                    <a:ext uri="{9D8B030D-6E8A-4147-A177-3AD203B41FA5}">
                      <a16:colId xmlns:a16="http://schemas.microsoft.com/office/drawing/2014/main" val="1389379391"/>
                    </a:ext>
                  </a:extLst>
                </a:gridCol>
              </a:tblGrid>
              <a:tr h="1098973">
                <a:tc>
                  <a:txBody>
                    <a:bodyPr/>
                    <a:lstStyle/>
                    <a:p>
                      <a:pPr algn="ctr"/>
                      <a:r>
                        <a:rPr lang="en-US" sz="2800" dirty="0" smtClean="0">
                          <a:solidFill>
                            <a:schemeClr val="tx1">
                              <a:lumMod val="10000"/>
                            </a:schemeClr>
                          </a:solidFill>
                          <a:latin typeface="Times New Roman" panose="02020603050405020304" pitchFamily="18" charset="0"/>
                          <a:cs typeface="Times New Roman" panose="02020603050405020304" pitchFamily="18" charset="0"/>
                        </a:rPr>
                        <a:t>Relevance to our Project</a:t>
                      </a:r>
                      <a:endParaRPr lang="en-US" sz="2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solidFill>
                            <a:schemeClr val="tx1">
                              <a:lumMod val="10000"/>
                            </a:schemeClr>
                          </a:solidFill>
                          <a:latin typeface="Times New Roman" panose="02020603050405020304" pitchFamily="18" charset="0"/>
                          <a:cs typeface="Times New Roman" panose="02020603050405020304" pitchFamily="18" charset="0"/>
                        </a:rPr>
                        <a:t>Main Contribution </a:t>
                      </a:r>
                      <a:endParaRPr lang="en-US" sz="2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solidFill>
                            <a:schemeClr val="tx1">
                              <a:lumMod val="10000"/>
                            </a:schemeClr>
                          </a:solidFill>
                          <a:latin typeface="Times New Roman" panose="02020603050405020304" pitchFamily="18" charset="0"/>
                          <a:cs typeface="Times New Roman" panose="02020603050405020304" pitchFamily="18" charset="0"/>
                        </a:rPr>
                        <a:t>Technical</a:t>
                      </a:r>
                      <a:r>
                        <a:rPr lang="en-US" sz="2800" baseline="0" dirty="0" smtClean="0">
                          <a:solidFill>
                            <a:schemeClr val="tx1">
                              <a:lumMod val="10000"/>
                            </a:schemeClr>
                          </a:solidFill>
                          <a:latin typeface="Times New Roman" panose="02020603050405020304" pitchFamily="18" charset="0"/>
                          <a:cs typeface="Times New Roman" panose="02020603050405020304" pitchFamily="18" charset="0"/>
                        </a:rPr>
                        <a:t> Approach </a:t>
                      </a:r>
                      <a:endParaRPr lang="en-US" sz="2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solidFill>
                            <a:schemeClr val="tx1">
                              <a:lumMod val="10000"/>
                            </a:schemeClr>
                          </a:solidFill>
                          <a:latin typeface="Times New Roman" panose="02020603050405020304" pitchFamily="18" charset="0"/>
                          <a:cs typeface="Times New Roman" panose="02020603050405020304" pitchFamily="18" charset="0"/>
                        </a:rPr>
                        <a:t>Research Paper </a:t>
                      </a:r>
                      <a:endParaRPr lang="en-US" sz="2800" dirty="0">
                        <a:solidFill>
                          <a:schemeClr val="tx1">
                            <a:lumMod val="1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7236485"/>
                  </a:ext>
                </a:extLst>
              </a:tr>
              <a:tr h="1098973">
                <a:tc>
                  <a:txBody>
                    <a:bodyPr/>
                    <a:lstStyle/>
                    <a:p>
                      <a:pPr algn="ctr"/>
                      <a:r>
                        <a:rPr lang="en-US" sz="1800" dirty="0" smtClean="0">
                          <a:latin typeface="Times New Roman" panose="02020603050405020304" pitchFamily="18" charset="0"/>
                          <a:cs typeface="Times New Roman" panose="02020603050405020304" pitchFamily="18" charset="0"/>
                        </a:rPr>
                        <a:t>Identifying suitable system requirements and design alternatives</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Comparison of selective harvesting technologies and their challenges</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Review of vision systems, robotic arms, grippers, and harvesting methods</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2000" b="1" dirty="0" smtClean="0">
                          <a:solidFill>
                            <a:schemeClr val="bg1">
                              <a:lumMod val="50000"/>
                            </a:schemeClr>
                          </a:solidFill>
                          <a:latin typeface="Times New Roman" panose="02020603050405020304" pitchFamily="18" charset="0"/>
                          <a:cs typeface="Times New Roman" panose="02020603050405020304" pitchFamily="18" charset="0"/>
                        </a:rPr>
                        <a:t>Automatic Fruit Picking Technology</a:t>
                      </a:r>
                      <a:endParaRPr lang="ar-EG" sz="2000" b="1" dirty="0" smtClean="0">
                        <a:solidFill>
                          <a:schemeClr val="bg1">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4804372"/>
                  </a:ext>
                </a:extLst>
              </a:tr>
              <a:tr h="1098973">
                <a:tc>
                  <a:txBody>
                    <a:bodyPr/>
                    <a:lstStyle/>
                    <a:p>
                      <a:pPr algn="ctr"/>
                      <a:r>
                        <a:rPr lang="en-US" sz="1800" dirty="0" smtClean="0">
                          <a:latin typeface="Times New Roman" panose="02020603050405020304" pitchFamily="18" charset="0"/>
                          <a:cs typeface="Times New Roman" panose="02020603050405020304" pitchFamily="18" charset="0"/>
                        </a:rPr>
                        <a:t>Understanding fruit localization, handling, and practical harvesting challenges</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Design and field evaluation of an integrated harvesting robot</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O2RNet, RGB-D sensing, laser-based localization, 4-DOF arm, suction gripper</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2000" b="1" dirty="0" smtClean="0">
                          <a:solidFill>
                            <a:schemeClr val="bg1">
                              <a:lumMod val="50000"/>
                            </a:schemeClr>
                          </a:solidFill>
                          <a:latin typeface="Times New Roman" panose="02020603050405020304" pitchFamily="18" charset="0"/>
                          <a:cs typeface="Times New Roman" panose="02020603050405020304" pitchFamily="18" charset="0"/>
                        </a:rPr>
                        <a:t>An Automated Apple Harvesting Robot</a:t>
                      </a:r>
                      <a:endParaRPr lang="ar-EG" sz="2000" b="1" dirty="0">
                        <a:solidFill>
                          <a:schemeClr val="bg1">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51631070"/>
                  </a:ext>
                </a:extLst>
              </a:tr>
              <a:tr h="1098973">
                <a:tc>
                  <a:txBody>
                    <a:bodyPr/>
                    <a:lstStyle/>
                    <a:p>
                      <a:pPr algn="ctr"/>
                      <a:r>
                        <a:rPr lang="en-US" sz="1800" dirty="0" smtClean="0">
                          <a:latin typeface="Times New Roman" panose="02020603050405020304" pitchFamily="18" charset="0"/>
                          <a:cs typeface="Times New Roman" panose="02020603050405020304" pitchFamily="18" charset="0"/>
                        </a:rPr>
                        <a:t>Supporting our proposed detection and 3D position estimation pipeline</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Apple detection and 3D localization</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YOLOv8, Mask R-CNN, RGB-D depth processing</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2000" b="1" dirty="0" smtClean="0">
                          <a:solidFill>
                            <a:schemeClr val="bg1">
                              <a:lumMod val="50000"/>
                            </a:schemeClr>
                          </a:solidFill>
                          <a:latin typeface="Times New Roman" panose="02020603050405020304" pitchFamily="18" charset="0"/>
                          <a:cs typeface="Times New Roman" panose="02020603050405020304" pitchFamily="18" charset="0"/>
                        </a:rPr>
                        <a:t>Dual-Detector Vision and </a:t>
                      </a:r>
                      <a:r>
                        <a:rPr lang="en-US" sz="2000" b="1" dirty="0" err="1" smtClean="0">
                          <a:solidFill>
                            <a:schemeClr val="bg1">
                              <a:lumMod val="50000"/>
                            </a:schemeClr>
                          </a:solidFill>
                          <a:latin typeface="Times New Roman" panose="02020603050405020304" pitchFamily="18" charset="0"/>
                          <a:cs typeface="Times New Roman" panose="02020603050405020304" pitchFamily="18" charset="0"/>
                        </a:rPr>
                        <a:t>Depth_Aware</a:t>
                      </a:r>
                      <a:r>
                        <a:rPr lang="en-US" sz="2000" b="1" dirty="0" smtClean="0">
                          <a:solidFill>
                            <a:schemeClr val="bg1">
                              <a:lumMod val="50000"/>
                            </a:schemeClr>
                          </a:solidFill>
                          <a:latin typeface="Times New Roman" panose="02020603050405020304" pitchFamily="18" charset="0"/>
                          <a:cs typeface="Times New Roman" panose="02020603050405020304" pitchFamily="18" charset="0"/>
                        </a:rPr>
                        <a:t> Back-</a:t>
                      </a:r>
                      <a:r>
                        <a:rPr lang="en-US" sz="2000" b="1" dirty="0" err="1" smtClean="0">
                          <a:solidFill>
                            <a:schemeClr val="bg1">
                              <a:lumMod val="50000"/>
                            </a:schemeClr>
                          </a:solidFill>
                          <a:latin typeface="Times New Roman" panose="02020603050405020304" pitchFamily="18" charset="0"/>
                          <a:cs typeface="Times New Roman" panose="02020603050405020304" pitchFamily="18" charset="0"/>
                        </a:rPr>
                        <a:t>Prejection</a:t>
                      </a:r>
                      <a:endParaRPr lang="ar-EG" sz="2000" b="1" dirty="0">
                        <a:solidFill>
                          <a:schemeClr val="bg1">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6570196"/>
                  </a:ext>
                </a:extLst>
              </a:tr>
              <a:tr h="1098973">
                <a:tc>
                  <a:txBody>
                    <a:bodyPr/>
                    <a:lstStyle/>
                    <a:p>
                      <a:pPr algn="ctr"/>
                      <a:r>
                        <a:rPr lang="en-US" sz="1800" dirty="0" smtClean="0">
                          <a:latin typeface="Times New Roman" panose="02020603050405020304" pitchFamily="18" charset="0"/>
                          <a:cs typeface="Times New Roman" panose="02020603050405020304" pitchFamily="18" charset="0"/>
                        </a:rPr>
                        <a:t>Guiding software communication and future system integration</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Integration of perception and robotic harvesting components</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s-ES" sz="1800" dirty="0" smtClean="0">
                          <a:latin typeface="Times New Roman" panose="02020603050405020304" pitchFamily="18" charset="0"/>
                          <a:cs typeface="Times New Roman" panose="02020603050405020304" pitchFamily="18" charset="0"/>
                        </a:rPr>
                        <a:t>ROS 2, YOLOv5, </a:t>
                      </a:r>
                      <a:r>
                        <a:rPr lang="es-ES" sz="1800" dirty="0" err="1" smtClean="0">
                          <a:latin typeface="Times New Roman" panose="02020603050405020304" pitchFamily="18" charset="0"/>
                          <a:cs typeface="Times New Roman" panose="02020603050405020304" pitchFamily="18" charset="0"/>
                        </a:rPr>
                        <a:t>stereo</a:t>
                      </a:r>
                      <a:r>
                        <a:rPr lang="es-ES" sz="1800" dirty="0" smtClean="0">
                          <a:latin typeface="Times New Roman" panose="02020603050405020304" pitchFamily="18" charset="0"/>
                          <a:cs typeface="Times New Roman" panose="02020603050405020304" pitchFamily="18" charset="0"/>
                        </a:rPr>
                        <a:t>/RGB-D cameras, </a:t>
                      </a:r>
                      <a:r>
                        <a:rPr lang="es-ES" sz="1800" dirty="0" err="1" smtClean="0">
                          <a:latin typeface="Times New Roman" panose="02020603050405020304" pitchFamily="18" charset="0"/>
                          <a:cs typeface="Times New Roman" panose="02020603050405020304" pitchFamily="18" charset="0"/>
                        </a:rPr>
                        <a:t>robotic</a:t>
                      </a:r>
                      <a:r>
                        <a:rPr lang="es-ES" sz="1800" dirty="0" smtClean="0">
                          <a:latin typeface="Times New Roman" panose="02020603050405020304" pitchFamily="18" charset="0"/>
                          <a:cs typeface="Times New Roman" panose="02020603050405020304" pitchFamily="18" charset="0"/>
                        </a:rPr>
                        <a:t> </a:t>
                      </a:r>
                      <a:r>
                        <a:rPr lang="es-ES" sz="1800" dirty="0" err="1" smtClean="0">
                          <a:latin typeface="Times New Roman" panose="02020603050405020304" pitchFamily="18" charset="0"/>
                          <a:cs typeface="Times New Roman" panose="02020603050405020304" pitchFamily="18" charset="0"/>
                        </a:rPr>
                        <a:t>arm</a:t>
                      </a:r>
                      <a:endParaRPr lang="en-US" sz="1800" dirty="0">
                        <a:solidFill>
                          <a:schemeClr val="tx1">
                            <a:lumMod val="10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sz="2000" b="1" dirty="0" smtClean="0">
                          <a:solidFill>
                            <a:schemeClr val="bg1">
                              <a:lumMod val="50000"/>
                            </a:schemeClr>
                          </a:solidFill>
                          <a:latin typeface="Times New Roman" panose="02020603050405020304" pitchFamily="18" charset="0"/>
                          <a:cs typeface="Times New Roman" panose="02020603050405020304" pitchFamily="18" charset="0"/>
                        </a:rPr>
                        <a:t>Robotic Harvesting of Apples Using ROS2</a:t>
                      </a:r>
                      <a:endParaRPr lang="ar-EG" sz="2000" b="1" dirty="0">
                        <a:solidFill>
                          <a:schemeClr val="bg1">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13559754"/>
                  </a:ext>
                </a:extLst>
              </a:tr>
            </a:tbl>
          </a:graphicData>
        </a:graphic>
      </p:graphicFrame>
    </p:spTree>
    <p:extLst>
      <p:ext uri="{BB962C8B-B14F-4D97-AF65-F5344CB8AC3E}">
        <p14:creationId xmlns:p14="http://schemas.microsoft.com/office/powerpoint/2010/main" val="25546653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616267" y="6256868"/>
            <a:ext cx="508000" cy="601132"/>
          </a:xfrm>
        </p:spPr>
        <p:txBody>
          <a:bodyPr/>
          <a:lstStyle/>
          <a:p>
            <a:pPr algn="r"/>
            <a:fld id="{82A661D9-1C29-455F-ACE0-F5C4F13593FB}" type="slidenum">
              <a:rPr lang="en-US" sz="2800" b="1" smtClean="0">
                <a:latin typeface="Times New Roman" panose="02020603050405020304" pitchFamily="18" charset="0"/>
                <a:cs typeface="Times New Roman" panose="02020603050405020304" pitchFamily="18" charset="0"/>
              </a:rPr>
              <a:pPr algn="r"/>
              <a:t>7</a:t>
            </a:fld>
            <a:endParaRPr lang="en-US" sz="2800" b="1" dirty="0">
              <a:latin typeface="Times New Roman" panose="02020603050405020304" pitchFamily="18" charset="0"/>
              <a:cs typeface="Times New Roman" panose="02020603050405020304" pitchFamily="18" charset="0"/>
            </a:endParaRPr>
          </a:p>
        </p:txBody>
      </p:sp>
      <p:sp>
        <p:nvSpPr>
          <p:cNvPr id="3" name="Title 1"/>
          <p:cNvSpPr txBox="1">
            <a:spLocks/>
          </p:cNvSpPr>
          <p:nvPr/>
        </p:nvSpPr>
        <p:spPr>
          <a:xfrm>
            <a:off x="-1" y="84572"/>
            <a:ext cx="4182534" cy="595746"/>
          </a:xfrm>
          <a:prstGeom prst="rect">
            <a:avLst/>
          </a:prstGeom>
        </p:spPr>
        <p:txBody>
          <a:bodyP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b="1" dirty="0">
                <a:solidFill>
                  <a:schemeClr val="tx1">
                    <a:lumMod val="10000"/>
                  </a:schemeClr>
                </a:solidFill>
                <a:latin typeface="Times New Roman" panose="02020603050405020304" pitchFamily="18" charset="0"/>
                <a:cs typeface="Times New Roman" panose="02020603050405020304" pitchFamily="18" charset="0"/>
              </a:rPr>
              <a:t>Project Overview:</a:t>
            </a:r>
            <a:endParaRPr lang="en-US" sz="2800" dirty="0">
              <a:latin typeface="Times New Roman" panose="02020603050405020304" pitchFamily="18" charset="0"/>
              <a:cs typeface="Times New Roman" panose="02020603050405020304" pitchFamily="18" charset="0"/>
            </a:endParaRPr>
          </a:p>
        </p:txBody>
      </p:sp>
      <p:graphicFrame>
        <p:nvGraphicFramePr>
          <p:cNvPr id="5" name="Diagram 4"/>
          <p:cNvGraphicFramePr/>
          <p:nvPr>
            <p:extLst>
              <p:ext uri="{D42A27DB-BD31-4B8C-83A1-F6EECF244321}">
                <p14:modId xmlns:p14="http://schemas.microsoft.com/office/powerpoint/2010/main" val="989450629"/>
              </p:ext>
            </p:extLst>
          </p:nvPr>
        </p:nvGraphicFramePr>
        <p:xfrm>
          <a:off x="138642" y="643372"/>
          <a:ext cx="11985625" cy="64146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69783005"/>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601450" y="6492875"/>
            <a:ext cx="303210"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8</a:t>
            </a:fld>
            <a:endParaRPr lang="en-US" sz="28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15810" y="0"/>
            <a:ext cx="6154660" cy="646331"/>
          </a:xfrm>
          <a:prstGeom prst="rect">
            <a:avLst/>
          </a:prstGeom>
          <a:noFill/>
        </p:spPr>
        <p:txBody>
          <a:bodyPr wrap="square" rtlCol="0">
            <a:spAutoFit/>
          </a:bodyPr>
          <a:lstStyle/>
          <a:p>
            <a:pPr algn="r" rtl="1"/>
            <a:r>
              <a:rPr lang="en-US" sz="36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Scope of work and its phases:</a:t>
            </a:r>
          </a:p>
        </p:txBody>
      </p:sp>
      <p:sp>
        <p:nvSpPr>
          <p:cNvPr id="11" name="Rounded Rectangle 10"/>
          <p:cNvSpPr/>
          <p:nvPr/>
        </p:nvSpPr>
        <p:spPr>
          <a:xfrm>
            <a:off x="6838884" y="1138259"/>
            <a:ext cx="5065776" cy="5354616"/>
          </a:xfrm>
          <a:prstGeom prst="roundRect">
            <a:avLst/>
          </a:prstGeom>
          <a:solidFill>
            <a:schemeClr val="accent5">
              <a:lumMod val="20000"/>
              <a:lumOff val="80000"/>
            </a:schemeClr>
          </a:solidFill>
          <a:ln>
            <a:solidFill>
              <a:srgbClr val="00206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7075170" y="1302480"/>
            <a:ext cx="4526280" cy="1135952"/>
          </a:xfrm>
          <a:prstGeom prst="rect">
            <a:avLst/>
          </a:prstGeom>
          <a:noFill/>
        </p:spPr>
        <p:txBody>
          <a:bodyPr wrap="square" lIns="45720" rIns="45720" anchor="ctr">
            <a:spAutoFit/>
          </a:bodyPr>
          <a:lstStyle/>
          <a:p>
            <a:pPr algn="ctr" rtl="1">
              <a:lnSpc>
                <a:spcPct val="110000"/>
              </a:lnSpc>
              <a:spcBef>
                <a:spcPts val="0"/>
              </a:spcBef>
              <a:spcAft>
                <a:spcPts val="0"/>
              </a:spcAft>
            </a:pPr>
            <a:r>
              <a:rPr lang="en-US" sz="3200" b="1" i="1" dirty="0">
                <a:solidFill>
                  <a:schemeClr val="bg1">
                    <a:lumMod val="50000"/>
                  </a:schemeClr>
                </a:solidFill>
                <a:latin typeface="Times New Roman" panose="02020603050405020304" pitchFamily="18" charset="0"/>
                <a:cs typeface="Times New Roman" panose="02020603050405020304" pitchFamily="18" charset="0"/>
              </a:rPr>
              <a:t>Current phase: Simulation</a:t>
            </a:r>
            <a:endParaRPr lang="ar-SA" sz="3200" b="1" i="1"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7302132" y="2779432"/>
            <a:ext cx="4299317" cy="744884"/>
          </a:xfrm>
          <a:prstGeom prst="rect">
            <a:avLst/>
          </a:prstGeom>
          <a:noFill/>
        </p:spPr>
        <p:txBody>
          <a:bodyPr wrap="square" lIns="45720" rIns="45720" anchor="ctr">
            <a:spAutoFit/>
          </a:bodyPr>
          <a:lstStyle/>
          <a:p>
            <a:pPr marL="342900" indent="-342900">
              <a:lnSpc>
                <a:spcPct val="110000"/>
              </a:lnSpc>
              <a:spcBef>
                <a:spcPts val="0"/>
              </a:spcBef>
              <a:spcAft>
                <a:spcPts val="0"/>
              </a:spcAft>
              <a:buFont typeface="Arial" panose="020B0604020202020204" pitchFamily="34" charset="0"/>
              <a:buChar char="•"/>
            </a:pPr>
            <a:r>
              <a:rPr lang="en-US" sz="2000" dirty="0">
                <a:solidFill>
                  <a:schemeClr val="bg1">
                    <a:lumMod val="50000"/>
                  </a:schemeClr>
                </a:solidFill>
                <a:latin typeface="Times New Roman" panose="02020603050405020304" pitchFamily="18" charset="0"/>
                <a:cs typeface="Times New Roman" panose="02020603050405020304" pitchFamily="18" charset="0"/>
              </a:rPr>
              <a:t>A virtual orchard environment in Gazebo</a:t>
            </a:r>
            <a:endParaRPr lang="ar-SA" sz="2000" b="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7395210" y="3639260"/>
            <a:ext cx="4206240" cy="406330"/>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a:solidFill>
                  <a:schemeClr val="bg1">
                    <a:lumMod val="50000"/>
                  </a:schemeClr>
                </a:solidFill>
                <a:latin typeface="Times New Roman" panose="02020603050405020304" pitchFamily="18" charset="0"/>
                <a:cs typeface="Times New Roman" panose="02020603050405020304" pitchFamily="18" charset="0"/>
              </a:rPr>
              <a:t>Virtual robot and arm model</a:t>
            </a:r>
            <a:endParaRPr lang="ar-SA" sz="2000" b="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7332056" y="4134685"/>
            <a:ext cx="4206240" cy="406330"/>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smtClean="0">
                <a:solidFill>
                  <a:srgbClr val="0D1E31"/>
                </a:solidFill>
                <a:latin typeface="Times New Roman" panose="02020603050405020304" pitchFamily="18" charset="0"/>
                <a:cs typeface="Times New Roman" panose="02020603050405020304" pitchFamily="18" charset="0"/>
              </a:rPr>
              <a:t> </a:t>
            </a:r>
            <a:r>
              <a:rPr lang="en-US" sz="2000" dirty="0">
                <a:solidFill>
                  <a:srgbClr val="0D1E31"/>
                </a:solidFill>
                <a:latin typeface="Times New Roman" panose="02020603050405020304" pitchFamily="18" charset="0"/>
                <a:cs typeface="Times New Roman" panose="02020603050405020304" pitchFamily="18" charset="0"/>
              </a:rPr>
              <a:t>camera and ROS 2</a:t>
            </a:r>
            <a:endParaRPr lang="ar-SA" sz="2000" b="0" dirty="0">
              <a:solidFill>
                <a:srgbClr val="0D1E31"/>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7268652" y="4762349"/>
            <a:ext cx="4206240" cy="744563"/>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a:solidFill>
                  <a:srgbClr val="0D1E31"/>
                </a:solidFill>
                <a:latin typeface="Times New Roman" panose="02020603050405020304" pitchFamily="18" charset="0"/>
                <a:cs typeface="Times New Roman" panose="02020603050405020304" pitchFamily="18" charset="0"/>
              </a:rPr>
              <a:t>Discovering the apples and estimating their location</a:t>
            </a:r>
            <a:endParaRPr lang="ar-SA" sz="2000" dirty="0">
              <a:solidFill>
                <a:srgbClr val="0D1E31"/>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7332056" y="5657785"/>
            <a:ext cx="4206240" cy="769441"/>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a:solidFill>
                  <a:srgbClr val="0D1E31"/>
                </a:solidFill>
                <a:latin typeface="Times New Roman" panose="02020603050405020304" pitchFamily="18" charset="0"/>
                <a:cs typeface="Times New Roman" panose="02020603050405020304" pitchFamily="18" charset="0"/>
              </a:rPr>
              <a:t>Quantitative tests and documentation of results</a:t>
            </a:r>
            <a:endParaRPr lang="ar-SA" sz="2000" b="0" dirty="0">
              <a:solidFill>
                <a:srgbClr val="0D1E31"/>
              </a:solidFill>
              <a:latin typeface="Times New Roman" panose="02020603050405020304" pitchFamily="18" charset="0"/>
              <a:cs typeface="Times New Roman" panose="02020603050405020304" pitchFamily="18" charset="0"/>
            </a:endParaRPr>
          </a:p>
        </p:txBody>
      </p:sp>
      <p:sp>
        <p:nvSpPr>
          <p:cNvPr id="20" name="Rounded Rectangle 19"/>
          <p:cNvSpPr/>
          <p:nvPr/>
        </p:nvSpPr>
        <p:spPr>
          <a:xfrm>
            <a:off x="285684" y="1138259"/>
            <a:ext cx="5065776" cy="5354616"/>
          </a:xfrm>
          <a:prstGeom prst="roundRect">
            <a:avLst/>
          </a:prstGeom>
          <a:solidFill>
            <a:schemeClr val="accent5">
              <a:lumMod val="20000"/>
              <a:lumOff val="80000"/>
            </a:schemeClr>
          </a:solidFill>
          <a:ln>
            <a:solidFill>
              <a:srgbClr val="00206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555432" y="1398794"/>
            <a:ext cx="4526280" cy="875432"/>
          </a:xfrm>
          <a:prstGeom prst="rect">
            <a:avLst/>
          </a:prstGeom>
          <a:noFill/>
        </p:spPr>
        <p:txBody>
          <a:bodyPr wrap="square" lIns="45720" rIns="45720" anchor="ctr">
            <a:spAutoFit/>
          </a:bodyPr>
          <a:lstStyle/>
          <a:p>
            <a:pPr algn="ctr" defTabSz="450850" rtl="1">
              <a:lnSpc>
                <a:spcPct val="110000"/>
              </a:lnSpc>
              <a:spcBef>
                <a:spcPts val="0"/>
              </a:spcBef>
              <a:spcAft>
                <a:spcPts val="0"/>
              </a:spcAft>
            </a:pPr>
            <a:r>
              <a:rPr lang="en-US" sz="2400" b="1" i="1" dirty="0">
                <a:solidFill>
                  <a:srgbClr val="0D1E31"/>
                </a:solidFill>
                <a:latin typeface="Times New Roman" panose="02020603050405020304" pitchFamily="18" charset="0"/>
                <a:cs typeface="Times New Roman" panose="02020603050405020304" pitchFamily="18" charset="0"/>
              </a:rPr>
              <a:t>Future Development:</a:t>
            </a:r>
          </a:p>
          <a:p>
            <a:pPr algn="ctr" defTabSz="450850" rtl="1">
              <a:lnSpc>
                <a:spcPct val="110000"/>
              </a:lnSpc>
              <a:spcBef>
                <a:spcPts val="0"/>
              </a:spcBef>
              <a:spcAft>
                <a:spcPts val="0"/>
              </a:spcAft>
            </a:pPr>
            <a:r>
              <a:rPr lang="en-US" sz="2400" b="1" i="1" dirty="0">
                <a:solidFill>
                  <a:srgbClr val="0D1E31"/>
                </a:solidFill>
                <a:latin typeface="Times New Roman" panose="02020603050405020304" pitchFamily="18" charset="0"/>
                <a:cs typeface="Times New Roman" panose="02020603050405020304" pitchFamily="18" charset="0"/>
              </a:rPr>
              <a:t>Real-World Application</a:t>
            </a:r>
            <a:endParaRPr lang="ar-SA" sz="2400" b="1" i="1" dirty="0">
              <a:solidFill>
                <a:srgbClr val="0D1E31"/>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844639" y="2474623"/>
            <a:ext cx="4197096" cy="744884"/>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a:solidFill>
                  <a:schemeClr val="bg1">
                    <a:lumMod val="50000"/>
                  </a:schemeClr>
                </a:solidFill>
                <a:latin typeface="Times New Roman" panose="02020603050405020304" pitchFamily="18" charset="0"/>
                <a:cs typeface="Times New Roman" panose="02020603050405020304" pitchFamily="18" charset="0"/>
              </a:rPr>
              <a:t>Platform fabrication and motor selection</a:t>
            </a:r>
            <a:endParaRPr lang="ar-SA" sz="2000" b="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377036" y="3410808"/>
            <a:ext cx="4197096" cy="744563"/>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a:solidFill>
                  <a:schemeClr val="bg1">
                    <a:lumMod val="50000"/>
                  </a:schemeClr>
                </a:solidFill>
                <a:latin typeface="Times New Roman" panose="02020603050405020304" pitchFamily="18" charset="0"/>
                <a:cs typeface="Times New Roman" panose="02020603050405020304" pitchFamily="18" charset="0"/>
              </a:rPr>
              <a:t>Installation of the arm, gripper, and cameras</a:t>
            </a:r>
            <a:endParaRPr lang="ar-SA" sz="2000" b="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720024" y="4196095"/>
            <a:ext cx="4197096" cy="744563"/>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a:solidFill>
                  <a:schemeClr val="bg1">
                    <a:lumMod val="50000"/>
                  </a:schemeClr>
                </a:solidFill>
                <a:latin typeface="Times New Roman" panose="02020603050405020304" pitchFamily="18" charset="0"/>
                <a:cs typeface="Times New Roman" panose="02020603050405020304" pitchFamily="18" charset="0"/>
              </a:rPr>
              <a:t>Arm motion planning and obstacle avoidance</a:t>
            </a:r>
            <a:endParaRPr lang="ar-SA" sz="2000" b="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720024" y="5082763"/>
            <a:ext cx="4446329" cy="769441"/>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a:solidFill>
                  <a:schemeClr val="bg1">
                    <a:lumMod val="50000"/>
                  </a:schemeClr>
                </a:solidFill>
                <a:latin typeface="Times New Roman" panose="02020603050405020304" pitchFamily="18" charset="0"/>
                <a:cs typeface="Times New Roman" panose="02020603050405020304" pitchFamily="18" charset="0"/>
              </a:rPr>
              <a:t>Actual harvesting and minimizing fruit damage</a:t>
            </a:r>
            <a:endParaRPr lang="ar-SA" sz="2000" b="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720024" y="5792804"/>
            <a:ext cx="4197096" cy="744563"/>
          </a:xfrm>
          <a:prstGeom prst="rect">
            <a:avLst/>
          </a:prstGeom>
          <a:noFill/>
        </p:spPr>
        <p:txBody>
          <a:bodyPr wrap="square" lIns="45720" rIns="45720" anchor="ctr">
            <a:spAutoFit/>
          </a:bodyPr>
          <a:lstStyle/>
          <a:p>
            <a:pPr marL="342900" indent="-342900" algn="ctr">
              <a:lnSpc>
                <a:spcPct val="110000"/>
              </a:lnSpc>
              <a:spcBef>
                <a:spcPts val="0"/>
              </a:spcBef>
              <a:spcAft>
                <a:spcPts val="0"/>
              </a:spcAft>
              <a:buFont typeface="Arial" panose="020B0604020202020204" pitchFamily="34" charset="0"/>
              <a:buChar char="•"/>
            </a:pPr>
            <a:r>
              <a:rPr lang="en-US" sz="2000" dirty="0">
                <a:solidFill>
                  <a:srgbClr val="0D1E31"/>
                </a:solidFill>
                <a:latin typeface="Times New Roman" panose="02020603050405020304" pitchFamily="18" charset="0"/>
                <a:cs typeface="Times New Roman" panose="02020603050405020304" pitchFamily="18" charset="0"/>
              </a:rPr>
              <a:t>Field tests and performance optimization</a:t>
            </a:r>
            <a:endParaRPr lang="ar-SA" sz="2000" b="0" dirty="0">
              <a:solidFill>
                <a:srgbClr val="0D1E3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574132" y="5513497"/>
            <a:ext cx="921990" cy="8108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3"/>
          <a:stretch>
            <a:fillRect/>
          </a:stretch>
        </p:blipFill>
        <p:spPr>
          <a:xfrm>
            <a:off x="11109611" y="2055652"/>
            <a:ext cx="857370" cy="9145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p:cNvPicPr>
            <a:picLocks noChangeAspect="1"/>
          </p:cNvPicPr>
          <p:nvPr/>
        </p:nvPicPr>
        <p:blipFill>
          <a:blip r:embed="rId4"/>
          <a:stretch>
            <a:fillRect/>
          </a:stretch>
        </p:blipFill>
        <p:spPr>
          <a:xfrm>
            <a:off x="6553248" y="3739605"/>
            <a:ext cx="1053701" cy="10017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7" name="Picture 26"/>
          <p:cNvPicPr>
            <a:picLocks noChangeAspect="1"/>
          </p:cNvPicPr>
          <p:nvPr/>
        </p:nvPicPr>
        <p:blipFill>
          <a:blip r:embed="rId5"/>
          <a:stretch>
            <a:fillRect/>
          </a:stretch>
        </p:blipFill>
        <p:spPr>
          <a:xfrm>
            <a:off x="11176696" y="3850645"/>
            <a:ext cx="981080" cy="945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8" name="Picture 27"/>
          <p:cNvPicPr>
            <a:picLocks noChangeAspect="1"/>
          </p:cNvPicPr>
          <p:nvPr/>
        </p:nvPicPr>
        <p:blipFill>
          <a:blip r:embed="rId6"/>
          <a:stretch>
            <a:fillRect/>
          </a:stretch>
        </p:blipFill>
        <p:spPr>
          <a:xfrm>
            <a:off x="79249" y="5755106"/>
            <a:ext cx="847211" cy="9404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9" name="Picture 28"/>
          <p:cNvPicPr>
            <a:picLocks noChangeAspect="1"/>
          </p:cNvPicPr>
          <p:nvPr/>
        </p:nvPicPr>
        <p:blipFill>
          <a:blip r:embed="rId7"/>
          <a:stretch>
            <a:fillRect/>
          </a:stretch>
        </p:blipFill>
        <p:spPr>
          <a:xfrm>
            <a:off x="4917120" y="1539386"/>
            <a:ext cx="987027" cy="9253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0" name="Picture 29"/>
          <p:cNvPicPr>
            <a:picLocks noChangeAspect="1"/>
          </p:cNvPicPr>
          <p:nvPr/>
        </p:nvPicPr>
        <p:blipFill>
          <a:blip r:embed="rId8"/>
          <a:stretch>
            <a:fillRect/>
          </a:stretch>
        </p:blipFill>
        <p:spPr>
          <a:xfrm>
            <a:off x="48522" y="1747285"/>
            <a:ext cx="1086002" cy="10669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44155553"/>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601450" y="6492875"/>
            <a:ext cx="274635"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9</a:t>
            </a:fld>
            <a:endParaRPr lang="en-US" sz="2800" b="1" dirty="0">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204349" y="-7487"/>
            <a:ext cx="5644002" cy="502196"/>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400" b="1" dirty="0">
                <a:solidFill>
                  <a:schemeClr val="tx1">
                    <a:lumMod val="10000"/>
                  </a:schemeClr>
                </a:solidFill>
                <a:latin typeface="Times New Roman" panose="02020603050405020304" pitchFamily="18" charset="0"/>
                <a:cs typeface="Times New Roman" panose="02020603050405020304" pitchFamily="18" charset="0"/>
              </a:rPr>
              <a:t>General </a:t>
            </a:r>
            <a:r>
              <a:rPr lang="en-US" sz="2400" b="1" dirty="0" smtClean="0">
                <a:solidFill>
                  <a:schemeClr val="tx1">
                    <a:lumMod val="10000"/>
                  </a:schemeClr>
                </a:solidFill>
                <a:latin typeface="Times New Roman" panose="02020603050405020304" pitchFamily="18" charset="0"/>
                <a:cs typeface="Times New Roman" panose="02020603050405020304" pitchFamily="18" charset="0"/>
              </a:rPr>
              <a:t> project  description</a:t>
            </a:r>
            <a:r>
              <a:rPr lang="en-US" sz="2400" b="1" dirty="0">
                <a:solidFill>
                  <a:schemeClr val="tx1">
                    <a:lumMod val="10000"/>
                  </a:schemeClr>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srcRect t="697" b="15339"/>
          <a:stretch/>
        </p:blipFill>
        <p:spPr>
          <a:xfrm>
            <a:off x="8735944" y="1270000"/>
            <a:ext cx="3002823" cy="203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3"/>
          <a:stretch>
            <a:fillRect/>
          </a:stretch>
        </p:blipFill>
        <p:spPr>
          <a:xfrm>
            <a:off x="4709466" y="1269999"/>
            <a:ext cx="3002823" cy="19231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p:cNvPicPr>
            <a:picLocks noChangeAspect="1"/>
          </p:cNvPicPr>
          <p:nvPr/>
        </p:nvPicPr>
        <p:blipFill>
          <a:blip r:embed="rId4"/>
          <a:stretch>
            <a:fillRect/>
          </a:stretch>
        </p:blipFill>
        <p:spPr>
          <a:xfrm>
            <a:off x="502344" y="1269999"/>
            <a:ext cx="3183467" cy="19231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p:cNvPicPr>
            <a:picLocks noChangeAspect="1"/>
          </p:cNvPicPr>
          <p:nvPr/>
        </p:nvPicPr>
        <p:blipFill>
          <a:blip r:embed="rId5"/>
          <a:stretch>
            <a:fillRect/>
          </a:stretch>
        </p:blipFill>
        <p:spPr>
          <a:xfrm>
            <a:off x="8735944" y="3686703"/>
            <a:ext cx="3002823" cy="21214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p:cNvPicPr>
            <a:picLocks noChangeAspect="1"/>
          </p:cNvPicPr>
          <p:nvPr/>
        </p:nvPicPr>
        <p:blipFill>
          <a:blip r:embed="rId6"/>
          <a:stretch>
            <a:fillRect/>
          </a:stretch>
        </p:blipFill>
        <p:spPr>
          <a:xfrm>
            <a:off x="4677918" y="3686702"/>
            <a:ext cx="3002824" cy="21214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p:cNvPicPr>
            <a:picLocks noChangeAspect="1"/>
          </p:cNvPicPr>
          <p:nvPr/>
        </p:nvPicPr>
        <p:blipFill>
          <a:blip r:embed="rId7"/>
          <a:stretch>
            <a:fillRect/>
          </a:stretch>
        </p:blipFill>
        <p:spPr>
          <a:xfrm>
            <a:off x="565437" y="3686702"/>
            <a:ext cx="3057279" cy="21214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Title 1"/>
          <p:cNvSpPr txBox="1">
            <a:spLocks/>
          </p:cNvSpPr>
          <p:nvPr/>
        </p:nvSpPr>
        <p:spPr>
          <a:xfrm>
            <a:off x="8408555" y="780053"/>
            <a:ext cx="3657600" cy="590426"/>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rtl="1"/>
            <a:r>
              <a:rPr lang="en-US" sz="1800"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Mobile </a:t>
            </a:r>
            <a:r>
              <a:rPr lang="en-US" sz="1800" dirty="0" smtClean="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robot</a:t>
            </a:r>
            <a:endPar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Title 1"/>
          <p:cNvSpPr txBox="1">
            <a:spLocks/>
          </p:cNvSpPr>
          <p:nvPr/>
        </p:nvSpPr>
        <p:spPr>
          <a:xfrm>
            <a:off x="4402822" y="727992"/>
            <a:ext cx="3657600" cy="590426"/>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rtl="1"/>
            <a:r>
              <a:rPr lang="en-US" sz="1800"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Arm and the Gripper</a:t>
            </a:r>
            <a:endPar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 name="Title 1"/>
          <p:cNvSpPr txBox="1">
            <a:spLocks/>
          </p:cNvSpPr>
          <p:nvPr/>
        </p:nvSpPr>
        <p:spPr>
          <a:xfrm>
            <a:off x="281440" y="679573"/>
            <a:ext cx="3657600" cy="590426"/>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rtl="1"/>
            <a:r>
              <a:rPr lang="en-US" sz="2000" dirty="0" smtClean="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camera</a:t>
            </a:r>
            <a:r>
              <a:rPr lang="ar-EG" sz="2000" dirty="0" smtClean="0">
                <a:solidFill>
                  <a:schemeClr val="tx1">
                    <a:lumMod val="10000"/>
                  </a:schemeClr>
                </a:solidFill>
                <a:effectLst>
                  <a:outerShdw blurRad="38100" dist="38100" dir="2700000" algn="tl">
                    <a:srgbClr val="000000">
                      <a:alpha val="43137"/>
                    </a:srgbClr>
                  </a:outerShdw>
                </a:effectLst>
              </a:rPr>
              <a:t> </a:t>
            </a:r>
            <a:endPar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8534400" y="6085011"/>
            <a:ext cx="3657600" cy="590426"/>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rtl="1"/>
            <a:r>
              <a:rPr lang="en-US" sz="1800"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processing</a:t>
            </a:r>
            <a:endPar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7" name="Title 1"/>
          <p:cNvSpPr txBox="1">
            <a:spLocks/>
          </p:cNvSpPr>
          <p:nvPr/>
        </p:nvSpPr>
        <p:spPr>
          <a:xfrm>
            <a:off x="4549412" y="6093477"/>
            <a:ext cx="3657600" cy="590426"/>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rtl="1"/>
            <a:r>
              <a:rPr lang="en-US" sz="2000" dirty="0" smtClean="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ROS2</a:t>
            </a:r>
            <a:endPar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9" name="Title 1"/>
          <p:cNvSpPr txBox="1">
            <a:spLocks/>
          </p:cNvSpPr>
          <p:nvPr/>
        </p:nvSpPr>
        <p:spPr>
          <a:xfrm>
            <a:off x="265276" y="6093477"/>
            <a:ext cx="3657600" cy="590426"/>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rtl="1"/>
            <a:r>
              <a:rPr lang="en-US" sz="2000" dirty="0" smtClean="0">
                <a:solidFill>
                  <a:schemeClr val="bg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GAZEBO</a:t>
            </a:r>
            <a:endParaRPr lang="en-US" sz="2000" dirty="0">
              <a:solidFill>
                <a:schemeClr val="bg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1047227"/>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401" y="0"/>
            <a:ext cx="11531600" cy="931333"/>
          </a:xfrm>
        </p:spPr>
        <p:txBody>
          <a:bodyPr>
            <a:normAutofit/>
          </a:bodyPr>
          <a:lstStyle/>
          <a:p>
            <a:pPr rtl="1"/>
            <a:r>
              <a:rPr lang="en-US" sz="3200" b="1" dirty="0">
                <a:solidFill>
                  <a:schemeClr val="tx1">
                    <a:lumMod val="10000"/>
                  </a:schemeClr>
                </a:solidFill>
                <a:latin typeface="Times New Roman" panose="02020603050405020304" pitchFamily="18" charset="0"/>
              </a:rPr>
              <a:t>Functional structure of the proposed system:</a:t>
            </a:r>
            <a:endParaRPr lang="en-US" sz="32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11572875" y="6492875"/>
            <a:ext cx="312735"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10</a:t>
            </a:fld>
            <a:endParaRPr lang="en-US" sz="2800"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0" y="931332"/>
            <a:ext cx="12192000" cy="4173697"/>
          </a:xfrm>
          <a:prstGeom prst="rect">
            <a:avLst/>
          </a:prstGeom>
        </p:spPr>
      </p:pic>
      <p:sp>
        <p:nvSpPr>
          <p:cNvPr id="5" name="Rounded Rectangle 4"/>
          <p:cNvSpPr/>
          <p:nvPr/>
        </p:nvSpPr>
        <p:spPr>
          <a:xfrm>
            <a:off x="0" y="5105029"/>
            <a:ext cx="12191999" cy="1230030"/>
          </a:xfrm>
          <a:prstGeom prst="roundRect">
            <a:avLst/>
          </a:prstGeom>
          <a:solidFill>
            <a:schemeClr val="bg2">
              <a:lumMod val="60000"/>
              <a:lumOff val="40000"/>
            </a:schemeClr>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ROS2</a:t>
            </a:r>
          </a:p>
          <a:p>
            <a:pPr algn="ctr"/>
            <a:r>
              <a:rPr lang="en-US" sz="28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Connecting system components and exchanging information</a:t>
            </a:r>
          </a:p>
        </p:txBody>
      </p:sp>
      <p:sp>
        <p:nvSpPr>
          <p:cNvPr id="4" name="Rectangle 3"/>
          <p:cNvSpPr/>
          <p:nvPr/>
        </p:nvSpPr>
        <p:spPr>
          <a:xfrm>
            <a:off x="3031067" y="1490133"/>
            <a:ext cx="1574800" cy="27093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1427289"/>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548533" y="6509807"/>
            <a:ext cx="311677" cy="348193"/>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11</a:t>
            </a:fld>
            <a:endParaRPr lang="en-US" sz="2800" b="1" dirty="0">
              <a:latin typeface="Times New Roman" panose="02020603050405020304" pitchFamily="18" charset="0"/>
              <a:cs typeface="Times New Roman" panose="02020603050405020304" pitchFamily="18" charset="0"/>
            </a:endParaRPr>
          </a:p>
        </p:txBody>
      </p:sp>
      <p:sp>
        <p:nvSpPr>
          <p:cNvPr id="3" name="Title 1"/>
          <p:cNvSpPr>
            <a:spLocks noGrp="1"/>
          </p:cNvSpPr>
          <p:nvPr/>
        </p:nvSpPr>
        <p:spPr>
          <a:xfrm>
            <a:off x="7058026" y="114300"/>
            <a:ext cx="5133974" cy="5810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Terms and Conditions:</a:t>
            </a:r>
            <a:endParaRPr lang="en-US" sz="2400" dirty="0">
              <a:latin typeface="Times New Roman" panose="02020603050405020304" pitchFamily="18" charset="0"/>
              <a:cs typeface="Times New Roman" panose="02020603050405020304" pitchFamily="18" charset="0"/>
            </a:endParaRPr>
          </a:p>
        </p:txBody>
      </p:sp>
      <p:sp>
        <p:nvSpPr>
          <p:cNvPr id="5" name="Title 1"/>
          <p:cNvSpPr>
            <a:spLocks noGrp="1"/>
          </p:cNvSpPr>
          <p:nvPr/>
        </p:nvSpPr>
        <p:spPr>
          <a:xfrm>
            <a:off x="0" y="114300"/>
            <a:ext cx="4029076" cy="3765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0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Fruit specifications</a:t>
            </a:r>
            <a:endParaRPr lang="en-US" sz="18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rotWithShape="1">
          <a:blip r:embed="rId2"/>
          <a:srcRect b="34615"/>
          <a:stretch/>
        </p:blipFill>
        <p:spPr>
          <a:xfrm>
            <a:off x="4463084" y="2143125"/>
            <a:ext cx="2809267" cy="26796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8" name="Diagram 7"/>
          <p:cNvGraphicFramePr/>
          <p:nvPr>
            <p:extLst>
              <p:ext uri="{D42A27DB-BD31-4B8C-83A1-F6EECF244321}">
                <p14:modId xmlns:p14="http://schemas.microsoft.com/office/powerpoint/2010/main" val="2945317717"/>
              </p:ext>
            </p:extLst>
          </p:nvPr>
        </p:nvGraphicFramePr>
        <p:xfrm>
          <a:off x="-121707" y="1049319"/>
          <a:ext cx="4436532" cy="4867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3" name="Group 12"/>
          <p:cNvGrpSpPr/>
          <p:nvPr/>
        </p:nvGrpSpPr>
        <p:grpSpPr>
          <a:xfrm>
            <a:off x="8033005" y="1456252"/>
            <a:ext cx="3671366" cy="3366536"/>
            <a:chOff x="7638517" y="3317116"/>
            <a:chExt cx="3671366" cy="3366536"/>
          </a:xfrm>
        </p:grpSpPr>
        <p:sp>
          <p:nvSpPr>
            <p:cNvPr id="16" name="Freeform 15"/>
            <p:cNvSpPr/>
            <p:nvPr/>
          </p:nvSpPr>
          <p:spPr>
            <a:xfrm rot="21600000">
              <a:off x="8370848" y="3317116"/>
              <a:ext cx="2939035" cy="1464662"/>
            </a:xfrm>
            <a:custGeom>
              <a:avLst/>
              <a:gdLst>
                <a:gd name="connsiteX0" fmla="*/ 0 w 2939034"/>
                <a:gd name="connsiteY0" fmla="*/ 0 h 1464661"/>
                <a:gd name="connsiteX1" fmla="*/ 2206704 w 2939034"/>
                <a:gd name="connsiteY1" fmla="*/ 0 h 1464661"/>
                <a:gd name="connsiteX2" fmla="*/ 2939034 w 2939034"/>
                <a:gd name="connsiteY2" fmla="*/ 732331 h 1464661"/>
                <a:gd name="connsiteX3" fmla="*/ 2206704 w 2939034"/>
                <a:gd name="connsiteY3" fmla="*/ 1464661 h 1464661"/>
                <a:gd name="connsiteX4" fmla="*/ 0 w 2939034"/>
                <a:gd name="connsiteY4" fmla="*/ 1464661 h 1464661"/>
                <a:gd name="connsiteX5" fmla="*/ 0 w 2939034"/>
                <a:gd name="connsiteY5" fmla="*/ 0 h 146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9034" h="1464661">
                  <a:moveTo>
                    <a:pt x="2939034" y="1464660"/>
                  </a:moveTo>
                  <a:lnTo>
                    <a:pt x="732330" y="1464660"/>
                  </a:lnTo>
                  <a:lnTo>
                    <a:pt x="0" y="732330"/>
                  </a:lnTo>
                  <a:lnTo>
                    <a:pt x="732330" y="1"/>
                  </a:lnTo>
                  <a:lnTo>
                    <a:pt x="2939034" y="1"/>
                  </a:lnTo>
                  <a:lnTo>
                    <a:pt x="2939034" y="146466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accent5">
                <a:shade val="80000"/>
                <a:hueOff val="0"/>
                <a:satOff val="0"/>
                <a:lumOff val="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spcFirstLastPara="0" vert="horz" wrap="square" lIns="1012040" tIns="95251" rIns="177801" bIns="95250" numCol="1" spcCol="1270" anchor="ctr" anchorCtr="0">
              <a:noAutofit/>
            </a:bodyPr>
            <a:lstStyle/>
            <a:p>
              <a:pPr lvl="0" algn="ctr" defTabSz="1111250">
                <a:lnSpc>
                  <a:spcPct val="90000"/>
                </a:lnSpc>
                <a:spcBef>
                  <a:spcPct val="0"/>
                </a:spcBef>
                <a:spcAft>
                  <a:spcPct val="35000"/>
                </a:spcAft>
              </a:pPr>
              <a:r>
                <a:rPr lang="en-US" sz="2000" dirty="0">
                  <a:solidFill>
                    <a:schemeClr val="bg1">
                      <a:lumMod val="50000"/>
                    </a:schemeClr>
                  </a:solidFill>
                  <a:latin typeface="Times New Roman" panose="02020603050405020304" pitchFamily="18" charset="0"/>
                  <a:cs typeface="Times New Roman" panose="02020603050405020304" pitchFamily="18" charset="0"/>
                </a:rPr>
                <a:t>Fruit condition:</a:t>
              </a:r>
            </a:p>
            <a:p>
              <a:pPr lvl="0" algn="ctr" defTabSz="1111250">
                <a:lnSpc>
                  <a:spcPct val="90000"/>
                </a:lnSpc>
                <a:spcBef>
                  <a:spcPct val="0"/>
                </a:spcBef>
                <a:spcAft>
                  <a:spcPct val="35000"/>
                </a:spcAft>
              </a:pPr>
              <a:r>
                <a:rPr lang="en-US" sz="2000" dirty="0">
                  <a:solidFill>
                    <a:schemeClr val="bg1">
                      <a:lumMod val="50000"/>
                    </a:schemeClr>
                  </a:solidFill>
                  <a:latin typeface="Times New Roman" panose="02020603050405020304" pitchFamily="18" charset="0"/>
                  <a:cs typeface="Times New Roman" panose="02020603050405020304" pitchFamily="18" charset="0"/>
                </a:rPr>
                <a:t>Ripe and attached to the tree</a:t>
              </a:r>
              <a:endParaRPr lang="en-US" sz="2000" kern="12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17" name="Oval 16"/>
            <p:cNvSpPr/>
            <p:nvPr/>
          </p:nvSpPr>
          <p:spPr>
            <a:xfrm>
              <a:off x="7638517" y="3317117"/>
              <a:ext cx="1464661" cy="1464661"/>
            </a:xfrm>
            <a:prstGeom prst="ellipse">
              <a:avLst/>
            </a:prstGeom>
            <a:blipFill rotWithShape="1">
              <a:blip r:embed="rId8"/>
              <a:stretch>
                <a:fillRect/>
              </a:stretch>
            </a:blipFill>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5">
                <a:shade val="80000"/>
                <a:hueOff val="0"/>
                <a:satOff val="0"/>
                <a:lumOff val="0"/>
                <a:alphaOff val="0"/>
              </a:schemeClr>
            </a:lnRef>
            <a:fillRef idx="1">
              <a:scrgbClr r="0" g="0" b="0"/>
            </a:fillRef>
            <a:effectRef idx="1">
              <a:schemeClr val="accent5">
                <a:tint val="40000"/>
                <a:hueOff val="0"/>
                <a:satOff val="0"/>
                <a:lumOff val="0"/>
                <a:alphaOff val="0"/>
              </a:schemeClr>
            </a:effectRef>
            <a:fontRef idx="minor">
              <a:schemeClr val="lt1">
                <a:hueOff val="0"/>
                <a:satOff val="0"/>
                <a:lumOff val="0"/>
                <a:alphaOff val="0"/>
              </a:schemeClr>
            </a:fontRef>
          </p:style>
        </p:sp>
        <p:sp>
          <p:nvSpPr>
            <p:cNvPr id="18" name="Freeform 17"/>
            <p:cNvSpPr/>
            <p:nvPr/>
          </p:nvSpPr>
          <p:spPr>
            <a:xfrm rot="21600000">
              <a:off x="8370848" y="5218990"/>
              <a:ext cx="2939035" cy="1464662"/>
            </a:xfrm>
            <a:custGeom>
              <a:avLst/>
              <a:gdLst>
                <a:gd name="connsiteX0" fmla="*/ 0 w 2939034"/>
                <a:gd name="connsiteY0" fmla="*/ 0 h 1464661"/>
                <a:gd name="connsiteX1" fmla="*/ 2206704 w 2939034"/>
                <a:gd name="connsiteY1" fmla="*/ 0 h 1464661"/>
                <a:gd name="connsiteX2" fmla="*/ 2939034 w 2939034"/>
                <a:gd name="connsiteY2" fmla="*/ 732331 h 1464661"/>
                <a:gd name="connsiteX3" fmla="*/ 2206704 w 2939034"/>
                <a:gd name="connsiteY3" fmla="*/ 1464661 h 1464661"/>
                <a:gd name="connsiteX4" fmla="*/ 0 w 2939034"/>
                <a:gd name="connsiteY4" fmla="*/ 1464661 h 1464661"/>
                <a:gd name="connsiteX5" fmla="*/ 0 w 2939034"/>
                <a:gd name="connsiteY5" fmla="*/ 0 h 146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9034" h="1464661">
                  <a:moveTo>
                    <a:pt x="2939034" y="1464660"/>
                  </a:moveTo>
                  <a:lnTo>
                    <a:pt x="732330" y="1464660"/>
                  </a:lnTo>
                  <a:lnTo>
                    <a:pt x="0" y="732330"/>
                  </a:lnTo>
                  <a:lnTo>
                    <a:pt x="732330" y="1"/>
                  </a:lnTo>
                  <a:lnTo>
                    <a:pt x="2939034" y="1"/>
                  </a:lnTo>
                  <a:lnTo>
                    <a:pt x="2939034" y="146466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accent5">
                <a:shade val="80000"/>
                <a:hueOff val="0"/>
                <a:satOff val="0"/>
                <a:lumOff val="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spcFirstLastPara="0" vert="horz" wrap="square" lIns="1012040" tIns="95251" rIns="177801" bIns="95250" numCol="1" spcCol="1270" anchor="ctr" anchorCtr="0">
              <a:noAutofit/>
            </a:bodyPr>
            <a:lstStyle/>
            <a:p>
              <a:pPr lvl="0" algn="ctr" defTabSz="1111250">
                <a:lnSpc>
                  <a:spcPct val="90000"/>
                </a:lnSpc>
                <a:spcBef>
                  <a:spcPct val="0"/>
                </a:spcBef>
                <a:spcAft>
                  <a:spcPct val="35000"/>
                </a:spcAft>
              </a:pPr>
              <a:r>
                <a:rPr lang="en-US" sz="2000" dirty="0">
                  <a:solidFill>
                    <a:schemeClr val="bg1">
                      <a:lumMod val="50000"/>
                    </a:schemeClr>
                  </a:solidFill>
                  <a:latin typeface="Times New Roman" panose="02020603050405020304" pitchFamily="18" charset="0"/>
                  <a:cs typeface="Times New Roman" panose="02020603050405020304" pitchFamily="18" charset="0"/>
                </a:rPr>
                <a:t>Harvesting condition:</a:t>
              </a:r>
            </a:p>
            <a:p>
              <a:pPr lvl="0" algn="ctr" defTabSz="1111250">
                <a:lnSpc>
                  <a:spcPct val="90000"/>
                </a:lnSpc>
                <a:spcBef>
                  <a:spcPct val="0"/>
                </a:spcBef>
                <a:spcAft>
                  <a:spcPct val="35000"/>
                </a:spcAft>
              </a:pPr>
              <a:r>
                <a:rPr lang="en-US" sz="2000" dirty="0">
                  <a:solidFill>
                    <a:schemeClr val="bg1">
                      <a:lumMod val="50000"/>
                    </a:schemeClr>
                  </a:solidFill>
                  <a:latin typeface="Times New Roman" panose="02020603050405020304" pitchFamily="18" charset="0"/>
                  <a:cs typeface="Times New Roman" panose="02020603050405020304" pitchFamily="18" charset="0"/>
                </a:rPr>
                <a:t>Avoid damaging the fruits and branches.</a:t>
              </a:r>
              <a:endParaRPr lang="en-US" sz="2000" kern="12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19" name="Oval 18"/>
            <p:cNvSpPr/>
            <p:nvPr/>
          </p:nvSpPr>
          <p:spPr>
            <a:xfrm>
              <a:off x="7638517" y="5218991"/>
              <a:ext cx="1464661" cy="1464661"/>
            </a:xfrm>
            <a:prstGeom prst="ellipse">
              <a:avLst/>
            </a:prstGeom>
            <a:blipFill rotWithShape="1">
              <a:blip r:embed="rId9"/>
              <a:stretch>
                <a:fillRect/>
              </a:stretch>
            </a:blipFill>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accent5">
                <a:shade val="80000"/>
                <a:hueOff val="0"/>
                <a:satOff val="0"/>
                <a:lumOff val="0"/>
                <a:alphaOff val="0"/>
              </a:schemeClr>
            </a:lnRef>
            <a:fillRef idx="1">
              <a:scrgbClr r="0" g="0" b="0"/>
            </a:fillRef>
            <a:effectRef idx="1">
              <a:schemeClr val="accent5">
                <a:tint val="40000"/>
                <a:hueOff val="0"/>
                <a:satOff val="0"/>
                <a:lumOff val="0"/>
                <a:alphaOff val="0"/>
              </a:schemeClr>
            </a:effectRef>
            <a:fontRef idx="minor">
              <a:schemeClr val="lt1">
                <a:hueOff val="0"/>
                <a:satOff val="0"/>
                <a:lumOff val="0"/>
                <a:alphaOff val="0"/>
              </a:schemeClr>
            </a:fontRef>
          </p:style>
        </p:sp>
      </p:grpSp>
    </p:spTree>
    <p:extLst>
      <p:ext uri="{BB962C8B-B14F-4D97-AF65-F5344CB8AC3E}">
        <p14:creationId xmlns:p14="http://schemas.microsoft.com/office/powerpoint/2010/main" val="545517386"/>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122988" y="6492875"/>
            <a:ext cx="771089"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12</a:t>
            </a:fld>
            <a:endParaRPr lang="en-US" sz="2800" b="1" dirty="0">
              <a:latin typeface="Times New Roman" panose="02020603050405020304" pitchFamily="18" charset="0"/>
              <a:cs typeface="Times New Roman" panose="02020603050405020304" pitchFamily="18" charset="0"/>
            </a:endParaRPr>
          </a:p>
        </p:txBody>
      </p:sp>
      <p:sp>
        <p:nvSpPr>
          <p:cNvPr id="7" name="Title 1"/>
          <p:cNvSpPr>
            <a:spLocks noGrp="1"/>
          </p:cNvSpPr>
          <p:nvPr/>
        </p:nvSpPr>
        <p:spPr>
          <a:xfrm>
            <a:off x="-2" y="252148"/>
            <a:ext cx="5695951" cy="34792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1800" b="1" dirty="0">
                <a:solidFill>
                  <a:schemeClr val="tx1">
                    <a:lumMod val="10000"/>
                  </a:schemeClr>
                </a:solidFill>
                <a:latin typeface="Times New Roman" panose="02020603050405020304" pitchFamily="18" charset="0"/>
                <a:cs typeface="Times New Roman" panose="02020603050405020304" pitchFamily="18" charset="0"/>
              </a:rPr>
              <a:t>Work environment specifications</a:t>
            </a:r>
            <a:endParaRPr lang="en-US" sz="1600" dirty="0">
              <a:latin typeface="Times New Roman" panose="02020603050405020304" pitchFamily="18" charset="0"/>
              <a:cs typeface="Times New Roman" panose="02020603050405020304" pitchFamily="18" charset="0"/>
            </a:endParaRPr>
          </a:p>
        </p:txBody>
      </p:sp>
      <p:graphicFrame>
        <p:nvGraphicFramePr>
          <p:cNvPr id="12" name="Diagram 11"/>
          <p:cNvGraphicFramePr/>
          <p:nvPr>
            <p:extLst>
              <p:ext uri="{D42A27DB-BD31-4B8C-83A1-F6EECF244321}">
                <p14:modId xmlns:p14="http://schemas.microsoft.com/office/powerpoint/2010/main" val="3902877758"/>
              </p:ext>
            </p:extLst>
          </p:nvPr>
        </p:nvGraphicFramePr>
        <p:xfrm>
          <a:off x="0" y="928951"/>
          <a:ext cx="5486400" cy="52093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3" name="Diagram 12"/>
          <p:cNvGraphicFramePr/>
          <p:nvPr>
            <p:extLst>
              <p:ext uri="{D42A27DB-BD31-4B8C-83A1-F6EECF244321}">
                <p14:modId xmlns:p14="http://schemas.microsoft.com/office/powerpoint/2010/main" val="3424308928"/>
              </p:ext>
            </p:extLst>
          </p:nvPr>
        </p:nvGraphicFramePr>
        <p:xfrm>
          <a:off x="6543144" y="1473200"/>
          <a:ext cx="5350933" cy="466513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Title 1"/>
          <p:cNvSpPr>
            <a:spLocks noGrp="1"/>
          </p:cNvSpPr>
          <p:nvPr/>
        </p:nvSpPr>
        <p:spPr>
          <a:xfrm>
            <a:off x="7058026" y="19050"/>
            <a:ext cx="5133974" cy="5810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Terms and Conditions: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852623"/>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58455" y="6468534"/>
            <a:ext cx="679546" cy="389466"/>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13</a:t>
            </a:fld>
            <a:endParaRPr lang="en-US" sz="2800" b="1" dirty="0">
              <a:latin typeface="Times New Roman" panose="02020603050405020304" pitchFamily="18" charset="0"/>
              <a:cs typeface="Times New Roman" panose="02020603050405020304" pitchFamily="18" charset="0"/>
            </a:endParaRPr>
          </a:p>
        </p:txBody>
      </p:sp>
      <p:graphicFrame>
        <p:nvGraphicFramePr>
          <p:cNvPr id="3" name="Diagram 2"/>
          <p:cNvGraphicFramePr/>
          <p:nvPr>
            <p:extLst>
              <p:ext uri="{D42A27DB-BD31-4B8C-83A1-F6EECF244321}">
                <p14:modId xmlns:p14="http://schemas.microsoft.com/office/powerpoint/2010/main" val="2995359084"/>
              </p:ext>
            </p:extLst>
          </p:nvPr>
        </p:nvGraphicFramePr>
        <p:xfrm>
          <a:off x="1" y="791104"/>
          <a:ext cx="5757334" cy="6136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extLst>
              <p:ext uri="{D42A27DB-BD31-4B8C-83A1-F6EECF244321}">
                <p14:modId xmlns:p14="http://schemas.microsoft.com/office/powerpoint/2010/main" val="2646186037"/>
              </p:ext>
            </p:extLst>
          </p:nvPr>
        </p:nvGraphicFramePr>
        <p:xfrm>
          <a:off x="6333066" y="660400"/>
          <a:ext cx="5757335" cy="612960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itle 1"/>
          <p:cNvSpPr>
            <a:spLocks noGrp="1"/>
          </p:cNvSpPr>
          <p:nvPr/>
        </p:nvSpPr>
        <p:spPr>
          <a:xfrm>
            <a:off x="7058026" y="19050"/>
            <a:ext cx="5133974" cy="5810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Terms and Conditions:</a:t>
            </a:r>
            <a:endParaRPr lang="en-US" sz="2400" dirty="0">
              <a:latin typeface="Times New Roman" panose="02020603050405020304" pitchFamily="18" charset="0"/>
              <a:cs typeface="Times New Roman" panose="02020603050405020304" pitchFamily="18" charset="0"/>
            </a:endParaRPr>
          </a:p>
        </p:txBody>
      </p:sp>
      <p:sp>
        <p:nvSpPr>
          <p:cNvPr id="9" name="Title 1"/>
          <p:cNvSpPr>
            <a:spLocks noGrp="1"/>
          </p:cNvSpPr>
          <p:nvPr/>
        </p:nvSpPr>
        <p:spPr>
          <a:xfrm>
            <a:off x="0" y="114300"/>
            <a:ext cx="5503333" cy="67680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l" rtl="0"/>
            <a:r>
              <a:rPr lang="en-US" sz="2500" b="1" dirty="0" smtClean="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Mechanical Requirements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1825734"/>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68511" y="6492875"/>
            <a:ext cx="771089"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14</a:t>
            </a:fld>
            <a:endParaRPr lang="en-US" sz="2800" b="1" dirty="0">
              <a:latin typeface="Times New Roman" panose="02020603050405020304" pitchFamily="18" charset="0"/>
              <a:cs typeface="Times New Roman" panose="02020603050405020304" pitchFamily="18" charset="0"/>
            </a:endParaRPr>
          </a:p>
        </p:txBody>
      </p:sp>
      <p:sp>
        <p:nvSpPr>
          <p:cNvPr id="6" name="Title 1"/>
          <p:cNvSpPr>
            <a:spLocks noGrp="1"/>
          </p:cNvSpPr>
          <p:nvPr/>
        </p:nvSpPr>
        <p:spPr>
          <a:xfrm>
            <a:off x="0" y="21167"/>
            <a:ext cx="3776135" cy="67680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Vision &amp; Control</a:t>
            </a:r>
            <a:endParaRPr lang="en-US" sz="2800" dirty="0">
              <a:latin typeface="Times New Roman" panose="02020603050405020304" pitchFamily="18" charset="0"/>
              <a:cs typeface="Times New Roman" panose="02020603050405020304" pitchFamily="18" charset="0"/>
            </a:endParaRPr>
          </a:p>
        </p:txBody>
      </p:sp>
      <p:graphicFrame>
        <p:nvGraphicFramePr>
          <p:cNvPr id="3" name="Diagram 2"/>
          <p:cNvGraphicFramePr/>
          <p:nvPr>
            <p:extLst>
              <p:ext uri="{D42A27DB-BD31-4B8C-83A1-F6EECF244321}">
                <p14:modId xmlns:p14="http://schemas.microsoft.com/office/powerpoint/2010/main" val="1166185214"/>
              </p:ext>
            </p:extLst>
          </p:nvPr>
        </p:nvGraphicFramePr>
        <p:xfrm>
          <a:off x="372534" y="474133"/>
          <a:ext cx="11565467" cy="63838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1"/>
          <p:cNvSpPr>
            <a:spLocks noGrp="1"/>
          </p:cNvSpPr>
          <p:nvPr/>
        </p:nvSpPr>
        <p:spPr>
          <a:xfrm>
            <a:off x="7058026" y="19050"/>
            <a:ext cx="5133974" cy="5810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Terms and Conditions:</a:t>
            </a:r>
            <a:endParaRPr lang="en-US" sz="2400" dirty="0">
              <a:latin typeface="Times New Roman" panose="02020603050405020304" pitchFamily="18" charset="0"/>
              <a:cs typeface="Times New Roman" panose="02020603050405020304" pitchFamily="18" charset="0"/>
            </a:endParaRPr>
          </a:p>
        </p:txBody>
      </p:sp>
      <p:sp>
        <p:nvSpPr>
          <p:cNvPr id="4" name="Rectangle 3"/>
          <p:cNvSpPr/>
          <p:nvPr/>
        </p:nvSpPr>
        <p:spPr>
          <a:xfrm>
            <a:off x="10007600" y="892174"/>
            <a:ext cx="1524000" cy="29315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6419817"/>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17711" y="6455303"/>
            <a:ext cx="771089"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15</a:t>
            </a:fld>
            <a:endParaRPr lang="en-US" sz="2800" b="1" dirty="0">
              <a:latin typeface="Times New Roman" panose="02020603050405020304" pitchFamily="18" charset="0"/>
              <a:cs typeface="Times New Roman" panose="02020603050405020304" pitchFamily="18" charset="0"/>
            </a:endParaRPr>
          </a:p>
        </p:txBody>
      </p:sp>
      <p:sp>
        <p:nvSpPr>
          <p:cNvPr id="4" name="Title 1"/>
          <p:cNvSpPr>
            <a:spLocks noGrp="1"/>
          </p:cNvSpPr>
          <p:nvPr/>
        </p:nvSpPr>
        <p:spPr>
          <a:xfrm>
            <a:off x="0" y="114300"/>
            <a:ext cx="7399867" cy="8001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3200" b="1" dirty="0">
                <a:solidFill>
                  <a:schemeClr val="tx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Work completed to date </a:t>
            </a:r>
            <a:r>
              <a:rPr lang="ar-EG" sz="3200" b="1" dirty="0" smtClean="0">
                <a:solidFill>
                  <a:schemeClr val="tx1">
                    <a:lumMod val="10000"/>
                  </a:schemeClr>
                </a:solidFill>
                <a:effectLst>
                  <a:outerShdw blurRad="38100" dist="38100" dir="2700000" algn="tl">
                    <a:srgbClr val="000000">
                      <a:alpha val="43137"/>
                    </a:srgbClr>
                  </a:outerShdw>
                </a:effectLst>
              </a:rPr>
              <a:t>:</a:t>
            </a:r>
            <a:endParaRPr lang="en-US" sz="2800" dirty="0"/>
          </a:p>
        </p:txBody>
      </p:sp>
      <p:pic>
        <p:nvPicPr>
          <p:cNvPr id="7" name="Picture 6"/>
          <p:cNvPicPr>
            <a:picLocks noChangeAspect="1"/>
          </p:cNvPicPr>
          <p:nvPr/>
        </p:nvPicPr>
        <p:blipFill>
          <a:blip r:embed="rId2"/>
          <a:stretch>
            <a:fillRect/>
          </a:stretch>
        </p:blipFill>
        <p:spPr>
          <a:xfrm>
            <a:off x="220133" y="914399"/>
            <a:ext cx="5384801" cy="57234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p:cNvPicPr>
            <a:picLocks noChangeAspect="1"/>
          </p:cNvPicPr>
          <p:nvPr/>
        </p:nvPicPr>
        <p:blipFill>
          <a:blip r:embed="rId3"/>
          <a:stretch>
            <a:fillRect/>
          </a:stretch>
        </p:blipFill>
        <p:spPr>
          <a:xfrm>
            <a:off x="5998190" y="914398"/>
            <a:ext cx="5422721" cy="57234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66402085"/>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410854" y="5832475"/>
            <a:ext cx="781146" cy="551392"/>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16</a:t>
            </a:fld>
            <a:endParaRPr lang="en-US" sz="28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87867" y="197371"/>
            <a:ext cx="7890933" cy="646331"/>
          </a:xfrm>
          <a:prstGeom prst="rect">
            <a:avLst/>
          </a:prstGeom>
          <a:noFill/>
        </p:spPr>
        <p:txBody>
          <a:bodyPr wrap="square" rtlCol="0">
            <a:spAutoFit/>
          </a:bodyPr>
          <a:lstStyle/>
          <a:p>
            <a:r>
              <a:rPr lang="en-US" sz="3600" b="1" dirty="0">
                <a:solidFill>
                  <a:schemeClr val="bg1">
                    <a:lumMod val="50000"/>
                  </a:schemeClr>
                </a:solidFill>
                <a:latin typeface="Times New Roman" panose="02020603050405020304" pitchFamily="18" charset="0"/>
                <a:cs typeface="Times New Roman" panose="02020603050405020304" pitchFamily="18" charset="0"/>
              </a:rPr>
              <a:t>Future Action Plan:</a:t>
            </a:r>
          </a:p>
        </p:txBody>
      </p:sp>
      <p:graphicFrame>
        <p:nvGraphicFramePr>
          <p:cNvPr id="3" name="Diagram 2"/>
          <p:cNvGraphicFramePr/>
          <p:nvPr>
            <p:extLst>
              <p:ext uri="{D42A27DB-BD31-4B8C-83A1-F6EECF244321}">
                <p14:modId xmlns:p14="http://schemas.microsoft.com/office/powerpoint/2010/main" val="2118082282"/>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5986093"/>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07655" y="6492875"/>
            <a:ext cx="771089" cy="365125"/>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17</a:t>
            </a:fld>
            <a:endParaRPr lang="en-US" sz="2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0" y="-1"/>
            <a:ext cx="11149740" cy="685800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295142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1294533" y="6451601"/>
            <a:ext cx="633411" cy="406399"/>
          </a:xfrm>
        </p:spPr>
        <p:txBody>
          <a:bodyPr/>
          <a:lstStyle/>
          <a:p>
            <a:fld id="{82A661D9-1C29-455F-ACE0-F5C4F13593FB}" type="slidenum">
              <a:rPr lang="en-US" sz="2800" b="1" smtClean="0">
                <a:latin typeface="Times New Roman" panose="02020603050405020304" pitchFamily="18" charset="0"/>
                <a:cs typeface="Times New Roman" panose="02020603050405020304" pitchFamily="18" charset="0"/>
              </a:rPr>
              <a:t>18</a:t>
            </a:fld>
            <a:endParaRPr lang="en-US" sz="2800" b="1" dirty="0">
              <a:latin typeface="Times New Roman" panose="02020603050405020304" pitchFamily="18" charset="0"/>
              <a:cs typeface="Times New Roman" panose="02020603050405020304" pitchFamily="18" charset="0"/>
            </a:endParaRPr>
          </a:p>
        </p:txBody>
      </p:sp>
      <p:sp>
        <p:nvSpPr>
          <p:cNvPr id="3" name="Title 1"/>
          <p:cNvSpPr txBox="1">
            <a:spLocks/>
          </p:cNvSpPr>
          <p:nvPr/>
        </p:nvSpPr>
        <p:spPr>
          <a:xfrm>
            <a:off x="1132176" y="846667"/>
            <a:ext cx="9221788" cy="5479953"/>
          </a:xfrm>
          <a:prstGeom prst="rect">
            <a:avLst/>
          </a:prstGeom>
        </p:spPr>
        <p:txBody>
          <a:bodyP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11500" b="1" cap="none" dirty="0" smtClean="0">
                <a:ln w="0"/>
                <a:solidFill>
                  <a:schemeClr val="tx1">
                    <a:lumMod val="10000"/>
                  </a:schemeClr>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Thank</a:t>
            </a:r>
            <a:br>
              <a:rPr lang="en-US" sz="11500" b="1" cap="none" dirty="0" smtClean="0">
                <a:ln w="0"/>
                <a:solidFill>
                  <a:schemeClr val="tx1">
                    <a:lumMod val="10000"/>
                  </a:schemeClr>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br>
            <a:r>
              <a:rPr lang="en-US" sz="11500" b="1" cap="none" dirty="0" smtClean="0">
                <a:ln w="0"/>
                <a:solidFill>
                  <a:schemeClr val="tx1">
                    <a:lumMod val="10000"/>
                  </a:schemeClr>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for </a:t>
            </a:r>
            <a:br>
              <a:rPr lang="en-US" sz="11500" b="1" cap="none" dirty="0" smtClean="0">
                <a:ln w="0"/>
                <a:solidFill>
                  <a:schemeClr val="tx1">
                    <a:lumMod val="10000"/>
                  </a:schemeClr>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br>
            <a:r>
              <a:rPr lang="en-US" sz="11500" b="1" cap="none" dirty="0" smtClean="0">
                <a:ln w="0"/>
                <a:solidFill>
                  <a:schemeClr val="tx1">
                    <a:lumMod val="10000"/>
                  </a:schemeClr>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listening</a:t>
            </a:r>
            <a:endParaRPr lang="en-US" sz="11500" b="1" cap="none" dirty="0">
              <a:ln w="0"/>
              <a:solidFill>
                <a:schemeClr val="tx1">
                  <a:lumMod val="10000"/>
                </a:schemeClr>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16745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ustom 12">
      <a:dk1>
        <a:srgbClr val="595959"/>
      </a:dk1>
      <a:lt1>
        <a:srgbClr val="F2F2F2"/>
      </a:lt1>
      <a:dk2>
        <a:srgbClr val="8DC1EA"/>
      </a:dk2>
      <a:lt2>
        <a:srgbClr val="E7FFFE"/>
      </a:lt2>
      <a:accent1>
        <a:srgbClr val="D6EBB7"/>
      </a:accent1>
      <a:accent2>
        <a:srgbClr val="FCCB88"/>
      </a:accent2>
      <a:accent3>
        <a:srgbClr val="F6DDD8"/>
      </a:accent3>
      <a:accent4>
        <a:srgbClr val="EFDDF6"/>
      </a:accent4>
      <a:accent5>
        <a:srgbClr val="589AC8"/>
      </a:accent5>
      <a:accent6>
        <a:srgbClr val="E7F3ED"/>
      </a:accent6>
      <a:hlink>
        <a:srgbClr val="E2FDBB"/>
      </a:hlink>
      <a:folHlink>
        <a:srgbClr val="20EDA3"/>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2689</TotalTime>
  <Words>1144</Words>
  <Application>Microsoft Office PowerPoint</Application>
  <PresentationFormat>Widescreen</PresentationFormat>
  <Paragraphs>201</Paragraphs>
  <Slides>18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Times New Roman</vt:lpstr>
      <vt:lpstr>Trebuchet MS</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Functional structure of the proposed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الجمهورية العربية السورية المعهد العالي للعلوم التطبيقية والتكنولوجيا قسم هندسة النظم الإلكترونية العام الدراسي 2026_2027 </dc:title>
  <dc:creator>Lana</dc:creator>
  <cp:lastModifiedBy>Lana</cp:lastModifiedBy>
  <cp:revision>312</cp:revision>
  <dcterms:created xsi:type="dcterms:W3CDTF">2026-06-24T21:39:20Z</dcterms:created>
  <dcterms:modified xsi:type="dcterms:W3CDTF">2026-10-28T16:49:58Z</dcterms:modified>
</cp:coreProperties>
</file>